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344" r:id="rId3"/>
    <p:sldId id="345" r:id="rId4"/>
    <p:sldId id="351" r:id="rId5"/>
    <p:sldId id="352" r:id="rId6"/>
    <p:sldId id="350" r:id="rId7"/>
    <p:sldId id="353" r:id="rId8"/>
    <p:sldId id="354" r:id="rId9"/>
    <p:sldId id="355" r:id="rId10"/>
    <p:sldId id="356" r:id="rId11"/>
    <p:sldId id="357" r:id="rId12"/>
    <p:sldId id="358" r:id="rId13"/>
    <p:sldId id="359" r:id="rId14"/>
    <p:sldId id="364" r:id="rId15"/>
    <p:sldId id="365" r:id="rId16"/>
    <p:sldId id="366" r:id="rId17"/>
    <p:sldId id="367" r:id="rId18"/>
    <p:sldId id="368" r:id="rId19"/>
    <p:sldId id="369" r:id="rId20"/>
    <p:sldId id="370" r:id="rId21"/>
    <p:sldId id="371" r:id="rId22"/>
    <p:sldId id="362" r:id="rId23"/>
  </p:sldIdLst>
  <p:sldSz cx="9144000" cy="5143500" type="screen16x9"/>
  <p:notesSz cx="6858000" cy="9144000"/>
  <p:embeddedFontLst>
    <p:embeddedFont>
      <p:font typeface="Montserrat" panose="00000500000000000000" pitchFamily="2" charset="0"/>
      <p:regular r:id="rId25"/>
      <p:bold r:id="rId26"/>
      <p:italic r:id="rId27"/>
      <p:boldItalic r:id="rId28"/>
    </p:embeddedFont>
    <p:embeddedFont>
      <p:font typeface="Montserrat Medium" panose="00000600000000000000" pitchFamily="2" charset="0"/>
      <p:regular r:id="rId29"/>
      <p:italic r:id="rId30"/>
    </p:embeddedFont>
    <p:embeddedFont>
      <p:font typeface="Playfair Display" panose="000005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m Kumar" userId="00880806e70b450f" providerId="LiveId" clId="{823AB791-6EB7-43B0-9D44-66EFDFD24209}"/>
    <pc:docChg chg="undo redo custSel addSld delSld modSld">
      <pc:chgData name="Shubham Kumar" userId="00880806e70b450f" providerId="LiveId" clId="{823AB791-6EB7-43B0-9D44-66EFDFD24209}" dt="2025-11-07T09:36:52.178" v="587" actId="20577"/>
      <pc:docMkLst>
        <pc:docMk/>
      </pc:docMkLst>
      <pc:sldChg chg="modSp mod">
        <pc:chgData name="Shubham Kumar" userId="00880806e70b450f" providerId="LiveId" clId="{823AB791-6EB7-43B0-9D44-66EFDFD24209}" dt="2025-11-07T09:36:52.178" v="587" actId="20577"/>
        <pc:sldMkLst>
          <pc:docMk/>
          <pc:sldMk cId="0" sldId="352"/>
        </pc:sldMkLst>
        <pc:spChg chg="mod">
          <ac:chgData name="Shubham Kumar" userId="00880806e70b450f" providerId="LiveId" clId="{823AB791-6EB7-43B0-9D44-66EFDFD24209}" dt="2025-11-07T09:36:52.178" v="587" actId="20577"/>
          <ac:spMkLst>
            <pc:docMk/>
            <pc:sldMk cId="0" sldId="352"/>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150" y="1124700"/>
            <a:ext cx="9144000" cy="28941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txBox="1">
            <a:spLocks noGrp="1"/>
          </p:cNvSpPr>
          <p:nvPr>
            <p:ph type="ctrTitle"/>
          </p:nvPr>
        </p:nvSpPr>
        <p:spPr>
          <a:xfrm>
            <a:off x="1171500" y="1516975"/>
            <a:ext cx="6801000" cy="1440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4300"/>
              <a:buFont typeface="Playfair Display"/>
              <a:buNone/>
              <a:defRPr sz="4300" b="1">
                <a:solidFill>
                  <a:schemeClr val="lt1"/>
                </a:solidFill>
                <a:latin typeface="Playfair Display"/>
                <a:ea typeface="Playfair Display"/>
                <a:cs typeface="Playfair Display"/>
                <a:sym typeface="Playfair Display"/>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390650" y="2957225"/>
            <a:ext cx="63627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lt1"/>
              </a:buClr>
              <a:buSzPts val="1900"/>
              <a:buFont typeface="Montserrat Medium"/>
              <a:buNone/>
              <a:defRPr>
                <a:solidFill>
                  <a:schemeClr val="lt1"/>
                </a:solidFill>
                <a:latin typeface="Montserrat Medium"/>
                <a:ea typeface="Montserrat Medium"/>
                <a:cs typeface="Montserrat Medium"/>
                <a:sym typeface="Montserrat Medium"/>
              </a:defRPr>
            </a:lvl1pPr>
            <a:lvl2pPr lvl="1"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2pPr>
            <a:lvl3pPr lvl="2"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3pPr>
            <a:lvl4pPr lvl="3"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4pPr>
            <a:lvl5pPr lvl="4"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5pPr>
            <a:lvl6pPr lvl="5"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6pPr>
            <a:lvl7pPr lvl="6"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7pPr>
            <a:lvl8pPr lvl="7"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8pPr>
            <a:lvl9pPr lvl="8" algn="ctr">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14" name="Google Shape;14;p2"/>
          <p:cNvSpPr/>
          <p:nvPr/>
        </p:nvSpPr>
        <p:spPr>
          <a:xfrm rot="5400000">
            <a:off x="-667200" y="3755238"/>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7092600" y="947875"/>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3"/>
          <p:cNvSpPr/>
          <p:nvPr/>
        </p:nvSpPr>
        <p:spPr>
          <a:xfrm>
            <a:off x="0" y="2305050"/>
            <a:ext cx="5181600" cy="24384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txBox="1">
            <a:spLocks noGrp="1"/>
          </p:cNvSpPr>
          <p:nvPr>
            <p:ph type="title"/>
          </p:nvPr>
        </p:nvSpPr>
        <p:spPr>
          <a:xfrm>
            <a:off x="723975" y="2856900"/>
            <a:ext cx="4457700" cy="841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2700"/>
              <a:buNone/>
              <a:defRPr>
                <a:solidFill>
                  <a:schemeClr val="lt1"/>
                </a:solidFill>
              </a:defRPr>
            </a:lvl1pPr>
            <a:lvl2pPr lvl="1" algn="r">
              <a:spcBef>
                <a:spcPts val="0"/>
              </a:spcBef>
              <a:spcAft>
                <a:spcPts val="0"/>
              </a:spcAft>
              <a:buSzPts val="3600"/>
              <a:buNone/>
              <a:defRPr sz="3600"/>
            </a:lvl2pPr>
            <a:lvl3pPr lvl="2" algn="r">
              <a:spcBef>
                <a:spcPts val="0"/>
              </a:spcBef>
              <a:spcAft>
                <a:spcPts val="0"/>
              </a:spcAft>
              <a:buSzPts val="3600"/>
              <a:buNone/>
              <a:defRPr sz="3600"/>
            </a:lvl3pPr>
            <a:lvl4pPr lvl="3" algn="r">
              <a:spcBef>
                <a:spcPts val="0"/>
              </a:spcBef>
              <a:spcAft>
                <a:spcPts val="0"/>
              </a:spcAft>
              <a:buSzPts val="3600"/>
              <a:buNone/>
              <a:defRPr sz="3600"/>
            </a:lvl4pPr>
            <a:lvl5pPr lvl="4" algn="r">
              <a:spcBef>
                <a:spcPts val="0"/>
              </a:spcBef>
              <a:spcAft>
                <a:spcPts val="0"/>
              </a:spcAft>
              <a:buSzPts val="3600"/>
              <a:buNone/>
              <a:defRPr sz="3600"/>
            </a:lvl5pPr>
            <a:lvl6pPr lvl="5" algn="r">
              <a:spcBef>
                <a:spcPts val="0"/>
              </a:spcBef>
              <a:spcAft>
                <a:spcPts val="0"/>
              </a:spcAft>
              <a:buSzPts val="3600"/>
              <a:buNone/>
              <a:defRPr sz="3600"/>
            </a:lvl6pPr>
            <a:lvl7pPr lvl="6" algn="r">
              <a:spcBef>
                <a:spcPts val="0"/>
              </a:spcBef>
              <a:spcAft>
                <a:spcPts val="0"/>
              </a:spcAft>
              <a:buSzPts val="3600"/>
              <a:buNone/>
              <a:defRPr sz="3600"/>
            </a:lvl7pPr>
            <a:lvl8pPr lvl="7" algn="r">
              <a:spcBef>
                <a:spcPts val="0"/>
              </a:spcBef>
              <a:spcAft>
                <a:spcPts val="0"/>
              </a:spcAft>
              <a:buSzPts val="3600"/>
              <a:buNone/>
              <a:defRPr sz="3600"/>
            </a:lvl8pPr>
            <a:lvl9pPr lvl="8" algn="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20" name="Google Shape;20;p3"/>
          <p:cNvSpPr txBox="1">
            <a:spLocks noGrp="1"/>
          </p:cNvSpPr>
          <p:nvPr>
            <p:ph type="subTitle" idx="1"/>
          </p:nvPr>
        </p:nvSpPr>
        <p:spPr>
          <a:xfrm>
            <a:off x="723975" y="3512700"/>
            <a:ext cx="28224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700"/>
              <a:buFont typeface="Montserrat Medium"/>
              <a:buNone/>
              <a:defRPr sz="1600">
                <a:solidFill>
                  <a:schemeClr val="lt1"/>
                </a:solidFill>
                <a:latin typeface="Montserrat Medium"/>
                <a:ea typeface="Montserrat Medium"/>
                <a:cs typeface="Montserrat Medium"/>
                <a:sym typeface="Montserrat Medium"/>
              </a:defRPr>
            </a:lvl1pPr>
            <a:lvl2pPr lvl="1"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2pPr>
            <a:lvl3pPr lvl="2"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3pPr>
            <a:lvl4pPr lvl="3"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4pPr>
            <a:lvl5pPr lvl="4"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5pPr>
            <a:lvl6pPr lvl="5"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6pPr>
            <a:lvl7pPr lvl="6"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7pPr>
            <a:lvl8pPr lvl="7"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8pPr>
            <a:lvl9pPr lvl="8"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9pPr>
          </a:lstStyle>
          <a:p>
            <a:endParaRPr/>
          </a:p>
        </p:txBody>
      </p:sp>
      <p:sp>
        <p:nvSpPr>
          <p:cNvPr id="21" name="Google Shape;21;p3"/>
          <p:cNvSpPr/>
          <p:nvPr/>
        </p:nvSpPr>
        <p:spPr>
          <a:xfrm rot="10800000">
            <a:off x="3871838" y="4422288"/>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8329200" y="143238"/>
            <a:ext cx="1007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title"/>
          </p:nvPr>
        </p:nvSpPr>
        <p:spPr>
          <a:xfrm>
            <a:off x="723900" y="361950"/>
            <a:ext cx="6448200" cy="591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a:endParaRPr/>
          </a:p>
        </p:txBody>
      </p:sp>
      <p:sp>
        <p:nvSpPr>
          <p:cNvPr id="25" name="Google Shape;25;p4"/>
          <p:cNvSpPr txBox="1">
            <a:spLocks noGrp="1"/>
          </p:cNvSpPr>
          <p:nvPr>
            <p:ph type="body" idx="1"/>
          </p:nvPr>
        </p:nvSpPr>
        <p:spPr>
          <a:xfrm>
            <a:off x="723900" y="953775"/>
            <a:ext cx="7696200" cy="3615000"/>
          </a:xfrm>
          <a:prstGeom prst="rect">
            <a:avLst/>
          </a:prstGeom>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5"/>
              </a:buClr>
              <a:buSzPts val="1200"/>
              <a:buAutoNum type="arabicPeriod"/>
              <a:defRPr sz="1100">
                <a:solidFill>
                  <a:srgbClr val="000000"/>
                </a:solidFill>
              </a:defRPr>
            </a:lvl1pPr>
            <a:lvl2pPr marL="914400" lvl="1" indent="-304800">
              <a:spcBef>
                <a:spcPts val="1600"/>
              </a:spcBef>
              <a:spcAft>
                <a:spcPts val="0"/>
              </a:spcAft>
              <a:buClr>
                <a:srgbClr val="000000"/>
              </a:buClr>
              <a:buSzPts val="1200"/>
              <a:buAutoNum type="alphaLcPeriod"/>
              <a:defRPr>
                <a:solidFill>
                  <a:srgbClr val="000000"/>
                </a:solidFill>
              </a:defRPr>
            </a:lvl2pPr>
            <a:lvl3pPr marL="1371600" lvl="2" indent="-304800">
              <a:spcBef>
                <a:spcPts val="1600"/>
              </a:spcBef>
              <a:spcAft>
                <a:spcPts val="0"/>
              </a:spcAft>
              <a:buClr>
                <a:srgbClr val="000000"/>
              </a:buClr>
              <a:buSzPts val="1200"/>
              <a:buAutoNum type="romanLcPeriod"/>
              <a:defRPr>
                <a:solidFill>
                  <a:srgbClr val="000000"/>
                </a:solidFill>
              </a:defRPr>
            </a:lvl3pPr>
            <a:lvl4pPr marL="1828800" lvl="3" indent="-304800">
              <a:spcBef>
                <a:spcPts val="1600"/>
              </a:spcBef>
              <a:spcAft>
                <a:spcPts val="0"/>
              </a:spcAft>
              <a:buClr>
                <a:srgbClr val="000000"/>
              </a:buClr>
              <a:buSzPts val="1200"/>
              <a:buAutoNum type="arabicPeriod"/>
              <a:defRPr>
                <a:solidFill>
                  <a:srgbClr val="000000"/>
                </a:solidFill>
              </a:defRPr>
            </a:lvl4pPr>
            <a:lvl5pPr marL="2286000" lvl="4" indent="-304800">
              <a:spcBef>
                <a:spcPts val="1600"/>
              </a:spcBef>
              <a:spcAft>
                <a:spcPts val="0"/>
              </a:spcAft>
              <a:buClr>
                <a:srgbClr val="000000"/>
              </a:buClr>
              <a:buSzPts val="1200"/>
              <a:buAutoNum type="alphaLcPeriod"/>
              <a:defRPr>
                <a:solidFill>
                  <a:srgbClr val="000000"/>
                </a:solidFill>
              </a:defRPr>
            </a:lvl5pPr>
            <a:lvl6pPr marL="2743200" lvl="5" indent="-304800">
              <a:spcBef>
                <a:spcPts val="1600"/>
              </a:spcBef>
              <a:spcAft>
                <a:spcPts val="0"/>
              </a:spcAft>
              <a:buClr>
                <a:srgbClr val="000000"/>
              </a:buClr>
              <a:buSzPts val="1200"/>
              <a:buAutoNum type="romanLcPeriod"/>
              <a:defRPr>
                <a:solidFill>
                  <a:srgbClr val="000000"/>
                </a:solidFill>
              </a:defRPr>
            </a:lvl6pPr>
            <a:lvl7pPr marL="3200400" lvl="6" indent="-304800">
              <a:spcBef>
                <a:spcPts val="1600"/>
              </a:spcBef>
              <a:spcAft>
                <a:spcPts val="0"/>
              </a:spcAft>
              <a:buClr>
                <a:srgbClr val="000000"/>
              </a:buClr>
              <a:buSzPts val="1200"/>
              <a:buAutoNum type="arabicPeriod"/>
              <a:defRPr>
                <a:solidFill>
                  <a:srgbClr val="000000"/>
                </a:solidFill>
              </a:defRPr>
            </a:lvl7pPr>
            <a:lvl8pPr marL="3657600" lvl="7" indent="-304800">
              <a:spcBef>
                <a:spcPts val="1600"/>
              </a:spcBef>
              <a:spcAft>
                <a:spcPts val="0"/>
              </a:spcAft>
              <a:buClr>
                <a:srgbClr val="000000"/>
              </a:buClr>
              <a:buSzPts val="1200"/>
              <a:buAutoNum type="alphaLcPeriod"/>
              <a:defRPr>
                <a:solidFill>
                  <a:srgbClr val="000000"/>
                </a:solidFill>
              </a:defRPr>
            </a:lvl8pPr>
            <a:lvl9pPr marL="4114800" lvl="8" indent="-304800">
              <a:spcBef>
                <a:spcPts val="1600"/>
              </a:spcBef>
              <a:spcAft>
                <a:spcPts val="1600"/>
              </a:spcAft>
              <a:buClr>
                <a:srgbClr val="000000"/>
              </a:buClr>
              <a:buSzPts val="1200"/>
              <a:buAutoNum type="romanLcPeriod"/>
              <a:defRPr>
                <a:solidFill>
                  <a:srgbClr val="000000"/>
                </a:solidFill>
              </a:defRPr>
            </a:lvl9pPr>
          </a:lstStyle>
          <a:p>
            <a:endParaRPr/>
          </a:p>
        </p:txBody>
      </p:sp>
      <p:sp>
        <p:nvSpPr>
          <p:cNvPr id="26" name="Google Shape;26;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7"/>
        <p:cNvGrpSpPr/>
        <p:nvPr/>
      </p:nvGrpSpPr>
      <p:grpSpPr>
        <a:xfrm>
          <a:off x="0" y="0"/>
          <a:ext cx="0" cy="0"/>
          <a:chOff x="0" y="0"/>
          <a:chExt cx="0" cy="0"/>
        </a:xfrm>
      </p:grpSpPr>
      <p:sp>
        <p:nvSpPr>
          <p:cNvPr id="28" name="Google Shape;28;p5"/>
          <p:cNvSpPr/>
          <p:nvPr/>
        </p:nvSpPr>
        <p:spPr>
          <a:xfrm>
            <a:off x="1533900" y="1371600"/>
            <a:ext cx="2961900" cy="25716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5"/>
          <p:cNvSpPr/>
          <p:nvPr/>
        </p:nvSpPr>
        <p:spPr>
          <a:xfrm>
            <a:off x="4666000" y="1371600"/>
            <a:ext cx="2961900" cy="25716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5"/>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a:endParaRPr/>
          </a:p>
        </p:txBody>
      </p:sp>
      <p:sp>
        <p:nvSpPr>
          <p:cNvPr id="31" name="Google Shape;31;p5"/>
          <p:cNvSpPr txBox="1">
            <a:spLocks noGrp="1"/>
          </p:cNvSpPr>
          <p:nvPr>
            <p:ph type="body" idx="1"/>
          </p:nvPr>
        </p:nvSpPr>
        <p:spPr>
          <a:xfrm>
            <a:off x="1603538" y="2543125"/>
            <a:ext cx="2787000" cy="15525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Clr>
                <a:srgbClr val="FFFFFF"/>
              </a:buClr>
              <a:buSzPts val="1400"/>
              <a:buChar char="●"/>
              <a:defRPr sz="1400">
                <a:solidFill>
                  <a:srgbClr val="FFFFFF"/>
                </a:solidFill>
              </a:defRPr>
            </a:lvl1pPr>
            <a:lvl2pPr marL="914400" lvl="1" indent="-304800">
              <a:spcBef>
                <a:spcPts val="1600"/>
              </a:spcBef>
              <a:spcAft>
                <a:spcPts val="0"/>
              </a:spcAft>
              <a:buClr>
                <a:srgbClr val="FFFFFF"/>
              </a:buClr>
              <a:buSzPts val="1200"/>
              <a:buChar char="○"/>
              <a:defRPr sz="1200">
                <a:solidFill>
                  <a:srgbClr val="FFFFFF"/>
                </a:solidFill>
              </a:defRPr>
            </a:lvl2pPr>
            <a:lvl3pPr marL="1371600" lvl="2" indent="-304800">
              <a:spcBef>
                <a:spcPts val="1600"/>
              </a:spcBef>
              <a:spcAft>
                <a:spcPts val="0"/>
              </a:spcAft>
              <a:buClr>
                <a:srgbClr val="FFFFFF"/>
              </a:buClr>
              <a:buSzPts val="1200"/>
              <a:buChar char="■"/>
              <a:defRPr sz="1200">
                <a:solidFill>
                  <a:srgbClr val="FFFFFF"/>
                </a:solidFill>
              </a:defRPr>
            </a:lvl3pPr>
            <a:lvl4pPr marL="1828800" lvl="3" indent="-304800">
              <a:spcBef>
                <a:spcPts val="1600"/>
              </a:spcBef>
              <a:spcAft>
                <a:spcPts val="0"/>
              </a:spcAft>
              <a:buClr>
                <a:srgbClr val="FFFFFF"/>
              </a:buClr>
              <a:buSzPts val="1200"/>
              <a:buChar char="●"/>
              <a:defRPr sz="1200">
                <a:solidFill>
                  <a:srgbClr val="FFFFFF"/>
                </a:solidFill>
              </a:defRPr>
            </a:lvl4pPr>
            <a:lvl5pPr marL="2286000" lvl="4" indent="-304800">
              <a:spcBef>
                <a:spcPts val="1600"/>
              </a:spcBef>
              <a:spcAft>
                <a:spcPts val="0"/>
              </a:spcAft>
              <a:buClr>
                <a:srgbClr val="FFFFFF"/>
              </a:buClr>
              <a:buSzPts val="1200"/>
              <a:buChar char="○"/>
              <a:defRPr sz="1200">
                <a:solidFill>
                  <a:srgbClr val="FFFFFF"/>
                </a:solidFill>
              </a:defRPr>
            </a:lvl5pPr>
            <a:lvl6pPr marL="2743200" lvl="5" indent="-304800">
              <a:spcBef>
                <a:spcPts val="1600"/>
              </a:spcBef>
              <a:spcAft>
                <a:spcPts val="0"/>
              </a:spcAft>
              <a:buClr>
                <a:srgbClr val="FFFFFF"/>
              </a:buClr>
              <a:buSzPts val="1200"/>
              <a:buChar char="■"/>
              <a:defRPr sz="1200">
                <a:solidFill>
                  <a:srgbClr val="FFFFFF"/>
                </a:solidFill>
              </a:defRPr>
            </a:lvl6pPr>
            <a:lvl7pPr marL="3200400" lvl="6" indent="-304800">
              <a:spcBef>
                <a:spcPts val="1600"/>
              </a:spcBef>
              <a:spcAft>
                <a:spcPts val="0"/>
              </a:spcAft>
              <a:buClr>
                <a:srgbClr val="FFFFFF"/>
              </a:buClr>
              <a:buSzPts val="1200"/>
              <a:buChar char="●"/>
              <a:defRPr sz="1200">
                <a:solidFill>
                  <a:srgbClr val="FFFFFF"/>
                </a:solidFill>
              </a:defRPr>
            </a:lvl7pPr>
            <a:lvl8pPr marL="3657600" lvl="7" indent="-304800">
              <a:spcBef>
                <a:spcPts val="1600"/>
              </a:spcBef>
              <a:spcAft>
                <a:spcPts val="0"/>
              </a:spcAft>
              <a:buClr>
                <a:srgbClr val="FFFFFF"/>
              </a:buClr>
              <a:buSzPts val="1200"/>
              <a:buChar char="○"/>
              <a:defRPr sz="1200">
                <a:solidFill>
                  <a:srgbClr val="FFFFFF"/>
                </a:solidFill>
              </a:defRPr>
            </a:lvl8pPr>
            <a:lvl9pPr marL="4114800" lvl="8" indent="-304800">
              <a:spcBef>
                <a:spcPts val="1600"/>
              </a:spcBef>
              <a:spcAft>
                <a:spcPts val="1600"/>
              </a:spcAft>
              <a:buClr>
                <a:srgbClr val="FFFFFF"/>
              </a:buClr>
              <a:buSzPts val="1200"/>
              <a:buChar char="■"/>
              <a:defRPr sz="1200">
                <a:solidFill>
                  <a:srgbClr val="FFFFFF"/>
                </a:solidFill>
              </a:defRPr>
            </a:lvl9pPr>
          </a:lstStyle>
          <a:p>
            <a:endParaRPr/>
          </a:p>
        </p:txBody>
      </p:sp>
      <p:sp>
        <p:nvSpPr>
          <p:cNvPr id="32" name="Google Shape;32;p5"/>
          <p:cNvSpPr txBox="1">
            <a:spLocks noGrp="1"/>
          </p:cNvSpPr>
          <p:nvPr>
            <p:ph type="body" idx="2"/>
          </p:nvPr>
        </p:nvSpPr>
        <p:spPr>
          <a:xfrm>
            <a:off x="4753453" y="2543125"/>
            <a:ext cx="2787000" cy="1552500"/>
          </a:xfrm>
          <a:prstGeom prst="rect">
            <a:avLst/>
          </a:prstGeom>
        </p:spPr>
        <p:txBody>
          <a:bodyPr spcFirstLastPara="1" wrap="square" lIns="91425" tIns="91425" rIns="91425" bIns="91425" anchor="t" anchorCtr="0">
            <a:noAutofit/>
          </a:bodyPr>
          <a:lstStyle>
            <a:lvl1pPr marL="457200" lvl="0" indent="-317500" algn="ctr">
              <a:spcBef>
                <a:spcPts val="0"/>
              </a:spcBef>
              <a:spcAft>
                <a:spcPts val="0"/>
              </a:spcAft>
              <a:buClr>
                <a:srgbClr val="FFFFFF"/>
              </a:buClr>
              <a:buSzPts val="1400"/>
              <a:buChar char="●"/>
              <a:defRPr sz="1400">
                <a:solidFill>
                  <a:srgbClr val="FFFFFF"/>
                </a:solidFill>
              </a:defRPr>
            </a:lvl1pPr>
            <a:lvl2pPr marL="914400" lvl="1" indent="-304800">
              <a:spcBef>
                <a:spcPts val="1600"/>
              </a:spcBef>
              <a:spcAft>
                <a:spcPts val="0"/>
              </a:spcAft>
              <a:buClr>
                <a:srgbClr val="FFFFFF"/>
              </a:buClr>
              <a:buSzPts val="1200"/>
              <a:buChar char="○"/>
              <a:defRPr sz="1200">
                <a:solidFill>
                  <a:srgbClr val="FFFFFF"/>
                </a:solidFill>
              </a:defRPr>
            </a:lvl2pPr>
            <a:lvl3pPr marL="1371600" lvl="2" indent="-304800">
              <a:spcBef>
                <a:spcPts val="1600"/>
              </a:spcBef>
              <a:spcAft>
                <a:spcPts val="0"/>
              </a:spcAft>
              <a:buClr>
                <a:srgbClr val="FFFFFF"/>
              </a:buClr>
              <a:buSzPts val="1200"/>
              <a:buChar char="■"/>
              <a:defRPr sz="1200">
                <a:solidFill>
                  <a:srgbClr val="FFFFFF"/>
                </a:solidFill>
              </a:defRPr>
            </a:lvl3pPr>
            <a:lvl4pPr marL="1828800" lvl="3" indent="-304800">
              <a:spcBef>
                <a:spcPts val="1600"/>
              </a:spcBef>
              <a:spcAft>
                <a:spcPts val="0"/>
              </a:spcAft>
              <a:buClr>
                <a:srgbClr val="FFFFFF"/>
              </a:buClr>
              <a:buSzPts val="1200"/>
              <a:buChar char="●"/>
              <a:defRPr sz="1200">
                <a:solidFill>
                  <a:srgbClr val="FFFFFF"/>
                </a:solidFill>
              </a:defRPr>
            </a:lvl4pPr>
            <a:lvl5pPr marL="2286000" lvl="4" indent="-304800">
              <a:spcBef>
                <a:spcPts val="1600"/>
              </a:spcBef>
              <a:spcAft>
                <a:spcPts val="0"/>
              </a:spcAft>
              <a:buClr>
                <a:srgbClr val="FFFFFF"/>
              </a:buClr>
              <a:buSzPts val="1200"/>
              <a:buChar char="○"/>
              <a:defRPr sz="1200">
                <a:solidFill>
                  <a:srgbClr val="FFFFFF"/>
                </a:solidFill>
              </a:defRPr>
            </a:lvl5pPr>
            <a:lvl6pPr marL="2743200" lvl="5" indent="-304800">
              <a:spcBef>
                <a:spcPts val="1600"/>
              </a:spcBef>
              <a:spcAft>
                <a:spcPts val="0"/>
              </a:spcAft>
              <a:buClr>
                <a:srgbClr val="FFFFFF"/>
              </a:buClr>
              <a:buSzPts val="1200"/>
              <a:buChar char="■"/>
              <a:defRPr sz="1200">
                <a:solidFill>
                  <a:srgbClr val="FFFFFF"/>
                </a:solidFill>
              </a:defRPr>
            </a:lvl6pPr>
            <a:lvl7pPr marL="3200400" lvl="6" indent="-304800">
              <a:spcBef>
                <a:spcPts val="1600"/>
              </a:spcBef>
              <a:spcAft>
                <a:spcPts val="0"/>
              </a:spcAft>
              <a:buClr>
                <a:srgbClr val="FFFFFF"/>
              </a:buClr>
              <a:buSzPts val="1200"/>
              <a:buChar char="●"/>
              <a:defRPr sz="1200">
                <a:solidFill>
                  <a:srgbClr val="FFFFFF"/>
                </a:solidFill>
              </a:defRPr>
            </a:lvl7pPr>
            <a:lvl8pPr marL="3657600" lvl="7" indent="-304800">
              <a:spcBef>
                <a:spcPts val="1600"/>
              </a:spcBef>
              <a:spcAft>
                <a:spcPts val="0"/>
              </a:spcAft>
              <a:buClr>
                <a:srgbClr val="FFFFFF"/>
              </a:buClr>
              <a:buSzPts val="1200"/>
              <a:buChar char="○"/>
              <a:defRPr sz="1200">
                <a:solidFill>
                  <a:srgbClr val="FFFFFF"/>
                </a:solidFill>
              </a:defRPr>
            </a:lvl8pPr>
            <a:lvl9pPr marL="4114800" lvl="8" indent="-304800">
              <a:spcBef>
                <a:spcPts val="1600"/>
              </a:spcBef>
              <a:spcAft>
                <a:spcPts val="1600"/>
              </a:spcAft>
              <a:buClr>
                <a:srgbClr val="FFFFFF"/>
              </a:buClr>
              <a:buSzPts val="1200"/>
              <a:buChar char="■"/>
              <a:defRPr sz="1200">
                <a:solidFill>
                  <a:srgbClr val="FFFFFF"/>
                </a:solidFill>
              </a:defRPr>
            </a:lvl9pPr>
          </a:lstStyle>
          <a:p>
            <a:endParaRPr/>
          </a:p>
        </p:txBody>
      </p:sp>
      <p:sp>
        <p:nvSpPr>
          <p:cNvPr id="33" name="Google Shape;3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34" name="Google Shape;34;p5"/>
          <p:cNvSpPr txBox="1">
            <a:spLocks noGrp="1"/>
          </p:cNvSpPr>
          <p:nvPr>
            <p:ph type="title" idx="3"/>
          </p:nvPr>
        </p:nvSpPr>
        <p:spPr>
          <a:xfrm>
            <a:off x="1944500" y="2019150"/>
            <a:ext cx="2105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None/>
              <a:defRPr sz="2100">
                <a:solidFill>
                  <a:schemeClr val="lt1"/>
                </a:solidFill>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a:endParaRPr/>
          </a:p>
        </p:txBody>
      </p:sp>
      <p:sp>
        <p:nvSpPr>
          <p:cNvPr id="35" name="Google Shape;35;p5"/>
          <p:cNvSpPr txBox="1">
            <a:spLocks noGrp="1"/>
          </p:cNvSpPr>
          <p:nvPr>
            <p:ph type="title" idx="4"/>
          </p:nvPr>
        </p:nvSpPr>
        <p:spPr>
          <a:xfrm>
            <a:off x="5094400" y="2019150"/>
            <a:ext cx="2105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None/>
              <a:defRPr sz="2100">
                <a:solidFill>
                  <a:schemeClr val="lt1"/>
                </a:solidFill>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a:endParaRPr/>
          </a:p>
        </p:txBody>
      </p:sp>
      <p:sp>
        <p:nvSpPr>
          <p:cNvPr id="36" name="Google Shape;36;p5"/>
          <p:cNvSpPr/>
          <p:nvPr/>
        </p:nvSpPr>
        <p:spPr>
          <a:xfrm rot="5400000">
            <a:off x="8459550" y="332550"/>
            <a:ext cx="10170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p:nvPr/>
        </p:nvSpPr>
        <p:spPr>
          <a:xfrm rot="5400000">
            <a:off x="-1234200" y="3188106"/>
            <a:ext cx="31896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23975" y="361950"/>
            <a:ext cx="8520600" cy="584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defRPr>
            </a:lvl2pPr>
            <a:lvl3pPr lvl="2">
              <a:spcBef>
                <a:spcPts val="0"/>
              </a:spcBef>
              <a:spcAft>
                <a:spcPts val="0"/>
              </a:spcAft>
              <a:buClr>
                <a:schemeClr val="accent3"/>
              </a:buClr>
              <a:buSzPts val="2800"/>
              <a:buNone/>
              <a:defRPr>
                <a:solidFill>
                  <a:schemeClr val="accent3"/>
                </a:solidFill>
              </a:defRPr>
            </a:lvl3pPr>
            <a:lvl4pPr lvl="3">
              <a:spcBef>
                <a:spcPts val="0"/>
              </a:spcBef>
              <a:spcAft>
                <a:spcPts val="0"/>
              </a:spcAft>
              <a:buClr>
                <a:schemeClr val="accent3"/>
              </a:buClr>
              <a:buSzPts val="2800"/>
              <a:buNone/>
              <a:defRPr>
                <a:solidFill>
                  <a:schemeClr val="accent3"/>
                </a:solidFill>
              </a:defRPr>
            </a:lvl4pPr>
            <a:lvl5pPr lvl="4">
              <a:spcBef>
                <a:spcPts val="0"/>
              </a:spcBef>
              <a:spcAft>
                <a:spcPts val="0"/>
              </a:spcAft>
              <a:buClr>
                <a:schemeClr val="accent3"/>
              </a:buClr>
              <a:buSzPts val="2800"/>
              <a:buNone/>
              <a:defRPr>
                <a:solidFill>
                  <a:schemeClr val="accent3"/>
                </a:solidFill>
              </a:defRPr>
            </a:lvl5pPr>
            <a:lvl6pPr lvl="5">
              <a:spcBef>
                <a:spcPts val="0"/>
              </a:spcBef>
              <a:spcAft>
                <a:spcPts val="0"/>
              </a:spcAft>
              <a:buClr>
                <a:schemeClr val="accent3"/>
              </a:buClr>
              <a:buSzPts val="2800"/>
              <a:buNone/>
              <a:defRPr>
                <a:solidFill>
                  <a:schemeClr val="accent3"/>
                </a:solidFill>
              </a:defRPr>
            </a:lvl6pPr>
            <a:lvl7pPr lvl="6">
              <a:spcBef>
                <a:spcPts val="0"/>
              </a:spcBef>
              <a:spcAft>
                <a:spcPts val="0"/>
              </a:spcAft>
              <a:buClr>
                <a:schemeClr val="accent3"/>
              </a:buClr>
              <a:buSzPts val="2800"/>
              <a:buNone/>
              <a:defRPr>
                <a:solidFill>
                  <a:schemeClr val="accent3"/>
                </a:solidFill>
              </a:defRPr>
            </a:lvl7pPr>
            <a:lvl8pPr lvl="7">
              <a:spcBef>
                <a:spcPts val="0"/>
              </a:spcBef>
              <a:spcAft>
                <a:spcPts val="0"/>
              </a:spcAft>
              <a:buClr>
                <a:schemeClr val="accent3"/>
              </a:buClr>
              <a:buSzPts val="2800"/>
              <a:buNone/>
              <a:defRPr>
                <a:solidFill>
                  <a:schemeClr val="accent3"/>
                </a:solidFill>
              </a:defRPr>
            </a:lvl8pPr>
            <a:lvl9pPr lvl="8">
              <a:spcBef>
                <a:spcPts val="0"/>
              </a:spcBef>
              <a:spcAft>
                <a:spcPts val="0"/>
              </a:spcAft>
              <a:buClr>
                <a:schemeClr val="accent3"/>
              </a:buClr>
              <a:buSzPts val="2800"/>
              <a:buNone/>
              <a:defRPr>
                <a:solidFill>
                  <a:schemeClr val="accent3"/>
                </a:solidFill>
              </a:defRPr>
            </a:lvl9pPr>
          </a:lstStyle>
          <a:p>
            <a:endParaRPr/>
          </a:p>
        </p:txBody>
      </p:sp>
      <p:sp>
        <p:nvSpPr>
          <p:cNvPr id="40" name="Google Shape;40;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41" name="Google Shape;41;p6"/>
          <p:cNvSpPr/>
          <p:nvPr/>
        </p:nvSpPr>
        <p:spPr>
          <a:xfrm rot="10800000">
            <a:off x="8127000" y="0"/>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rot="5400000">
            <a:off x="8276850" y="4279050"/>
            <a:ext cx="1007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4000500" y="1331425"/>
            <a:ext cx="4419600" cy="7068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3"/>
              </a:buClr>
              <a:buSzPts val="2400"/>
              <a:buNone/>
              <a:defRPr>
                <a:solidFill>
                  <a:schemeClr val="accent3"/>
                </a:solidFill>
              </a:defRPr>
            </a:lvl1pPr>
            <a:lvl2pPr lvl="1">
              <a:spcBef>
                <a:spcPts val="0"/>
              </a:spcBef>
              <a:spcAft>
                <a:spcPts val="0"/>
              </a:spcAft>
              <a:buClr>
                <a:schemeClr val="accent3"/>
              </a:buClr>
              <a:buSzPts val="2400"/>
              <a:buNone/>
              <a:defRPr sz="2400">
                <a:solidFill>
                  <a:schemeClr val="accent3"/>
                </a:solidFill>
              </a:defRPr>
            </a:lvl2pPr>
            <a:lvl3pPr lvl="2">
              <a:spcBef>
                <a:spcPts val="0"/>
              </a:spcBef>
              <a:spcAft>
                <a:spcPts val="0"/>
              </a:spcAft>
              <a:buClr>
                <a:schemeClr val="accent3"/>
              </a:buClr>
              <a:buSzPts val="2400"/>
              <a:buNone/>
              <a:defRPr sz="2400">
                <a:solidFill>
                  <a:schemeClr val="accent3"/>
                </a:solidFill>
              </a:defRPr>
            </a:lvl3pPr>
            <a:lvl4pPr lvl="3">
              <a:spcBef>
                <a:spcPts val="0"/>
              </a:spcBef>
              <a:spcAft>
                <a:spcPts val="0"/>
              </a:spcAft>
              <a:buClr>
                <a:schemeClr val="accent3"/>
              </a:buClr>
              <a:buSzPts val="2400"/>
              <a:buNone/>
              <a:defRPr sz="2400">
                <a:solidFill>
                  <a:schemeClr val="accent3"/>
                </a:solidFill>
              </a:defRPr>
            </a:lvl4pPr>
            <a:lvl5pPr lvl="4">
              <a:spcBef>
                <a:spcPts val="0"/>
              </a:spcBef>
              <a:spcAft>
                <a:spcPts val="0"/>
              </a:spcAft>
              <a:buClr>
                <a:schemeClr val="accent3"/>
              </a:buClr>
              <a:buSzPts val="2400"/>
              <a:buNone/>
              <a:defRPr sz="2400">
                <a:solidFill>
                  <a:schemeClr val="accent3"/>
                </a:solidFill>
              </a:defRPr>
            </a:lvl5pPr>
            <a:lvl6pPr lvl="5">
              <a:spcBef>
                <a:spcPts val="0"/>
              </a:spcBef>
              <a:spcAft>
                <a:spcPts val="0"/>
              </a:spcAft>
              <a:buClr>
                <a:schemeClr val="accent3"/>
              </a:buClr>
              <a:buSzPts val="2400"/>
              <a:buNone/>
              <a:defRPr sz="2400">
                <a:solidFill>
                  <a:schemeClr val="accent3"/>
                </a:solidFill>
              </a:defRPr>
            </a:lvl6pPr>
            <a:lvl7pPr lvl="6">
              <a:spcBef>
                <a:spcPts val="0"/>
              </a:spcBef>
              <a:spcAft>
                <a:spcPts val="0"/>
              </a:spcAft>
              <a:buClr>
                <a:schemeClr val="accent3"/>
              </a:buClr>
              <a:buSzPts val="2400"/>
              <a:buNone/>
              <a:defRPr sz="2400">
                <a:solidFill>
                  <a:schemeClr val="accent3"/>
                </a:solidFill>
              </a:defRPr>
            </a:lvl7pPr>
            <a:lvl8pPr lvl="7">
              <a:spcBef>
                <a:spcPts val="0"/>
              </a:spcBef>
              <a:spcAft>
                <a:spcPts val="0"/>
              </a:spcAft>
              <a:buClr>
                <a:schemeClr val="accent3"/>
              </a:buClr>
              <a:buSzPts val="2400"/>
              <a:buNone/>
              <a:defRPr sz="2400">
                <a:solidFill>
                  <a:schemeClr val="accent3"/>
                </a:solidFill>
              </a:defRPr>
            </a:lvl8pPr>
            <a:lvl9pPr lvl="8">
              <a:spcBef>
                <a:spcPts val="0"/>
              </a:spcBef>
              <a:spcAft>
                <a:spcPts val="0"/>
              </a:spcAft>
              <a:buClr>
                <a:schemeClr val="accent3"/>
              </a:buClr>
              <a:buSzPts val="2400"/>
              <a:buNone/>
              <a:defRPr sz="2400">
                <a:solidFill>
                  <a:schemeClr val="accent3"/>
                </a:solidFill>
              </a:defRPr>
            </a:lvl9pPr>
          </a:lstStyle>
          <a:p>
            <a:endParaRPr/>
          </a:p>
        </p:txBody>
      </p:sp>
      <p:sp>
        <p:nvSpPr>
          <p:cNvPr id="45" name="Google Shape;45;p7"/>
          <p:cNvSpPr txBox="1">
            <a:spLocks noGrp="1"/>
          </p:cNvSpPr>
          <p:nvPr>
            <p:ph type="body" idx="1"/>
          </p:nvPr>
        </p:nvSpPr>
        <p:spPr>
          <a:xfrm>
            <a:off x="5419725" y="2126725"/>
            <a:ext cx="3000300" cy="2054700"/>
          </a:xfrm>
          <a:prstGeom prst="rect">
            <a:avLst/>
          </a:prstGeom>
        </p:spPr>
        <p:txBody>
          <a:bodyPr spcFirstLastPara="1" wrap="square" lIns="91425" tIns="91425" rIns="91425" bIns="91425" anchor="t" anchorCtr="0">
            <a:noAutofit/>
          </a:bodyPr>
          <a:lstStyle>
            <a:lvl1pPr marL="457200" lvl="0" indent="-317500" algn="r">
              <a:spcBef>
                <a:spcPts val="0"/>
              </a:spcBef>
              <a:spcAft>
                <a:spcPts val="0"/>
              </a:spcAft>
              <a:buClr>
                <a:srgbClr val="000000"/>
              </a:buClr>
              <a:buSzPts val="1400"/>
              <a:buChar char="●"/>
              <a:defRPr sz="1400">
                <a:solidFill>
                  <a:srgbClr val="000000"/>
                </a:solidFill>
              </a:defRPr>
            </a:lvl1pPr>
            <a:lvl2pPr marL="914400" lvl="1" indent="-317500" algn="r">
              <a:spcBef>
                <a:spcPts val="1600"/>
              </a:spcBef>
              <a:spcAft>
                <a:spcPts val="0"/>
              </a:spcAft>
              <a:buClr>
                <a:srgbClr val="000000"/>
              </a:buClr>
              <a:buSzPts val="1400"/>
              <a:buChar char="○"/>
              <a:defRPr>
                <a:solidFill>
                  <a:srgbClr val="000000"/>
                </a:solidFill>
              </a:defRPr>
            </a:lvl2pPr>
            <a:lvl3pPr marL="1371600" lvl="2" indent="-317500" algn="r">
              <a:spcBef>
                <a:spcPts val="1600"/>
              </a:spcBef>
              <a:spcAft>
                <a:spcPts val="0"/>
              </a:spcAft>
              <a:buClr>
                <a:srgbClr val="000000"/>
              </a:buClr>
              <a:buSzPts val="1400"/>
              <a:buChar char="■"/>
              <a:defRPr>
                <a:solidFill>
                  <a:srgbClr val="000000"/>
                </a:solidFill>
              </a:defRPr>
            </a:lvl3pPr>
            <a:lvl4pPr marL="1828800" lvl="3" indent="-317500" algn="r">
              <a:spcBef>
                <a:spcPts val="1600"/>
              </a:spcBef>
              <a:spcAft>
                <a:spcPts val="0"/>
              </a:spcAft>
              <a:buClr>
                <a:srgbClr val="000000"/>
              </a:buClr>
              <a:buSzPts val="1400"/>
              <a:buChar char="●"/>
              <a:defRPr>
                <a:solidFill>
                  <a:srgbClr val="000000"/>
                </a:solidFill>
              </a:defRPr>
            </a:lvl4pPr>
            <a:lvl5pPr marL="2286000" lvl="4" indent="-317500" algn="r">
              <a:spcBef>
                <a:spcPts val="1600"/>
              </a:spcBef>
              <a:spcAft>
                <a:spcPts val="0"/>
              </a:spcAft>
              <a:buClr>
                <a:srgbClr val="000000"/>
              </a:buClr>
              <a:buSzPts val="1400"/>
              <a:buChar char="○"/>
              <a:defRPr>
                <a:solidFill>
                  <a:srgbClr val="000000"/>
                </a:solidFill>
              </a:defRPr>
            </a:lvl5pPr>
            <a:lvl6pPr marL="2743200" lvl="5" indent="-317500" algn="r">
              <a:spcBef>
                <a:spcPts val="1600"/>
              </a:spcBef>
              <a:spcAft>
                <a:spcPts val="0"/>
              </a:spcAft>
              <a:buClr>
                <a:srgbClr val="000000"/>
              </a:buClr>
              <a:buSzPts val="1400"/>
              <a:buChar char="■"/>
              <a:defRPr>
                <a:solidFill>
                  <a:srgbClr val="000000"/>
                </a:solidFill>
              </a:defRPr>
            </a:lvl6pPr>
            <a:lvl7pPr marL="3200400" lvl="6" indent="-317500" algn="r">
              <a:spcBef>
                <a:spcPts val="1600"/>
              </a:spcBef>
              <a:spcAft>
                <a:spcPts val="0"/>
              </a:spcAft>
              <a:buClr>
                <a:srgbClr val="000000"/>
              </a:buClr>
              <a:buSzPts val="1400"/>
              <a:buChar char="●"/>
              <a:defRPr>
                <a:solidFill>
                  <a:srgbClr val="000000"/>
                </a:solidFill>
              </a:defRPr>
            </a:lvl7pPr>
            <a:lvl8pPr marL="3657600" lvl="7" indent="-317500" algn="r">
              <a:spcBef>
                <a:spcPts val="1600"/>
              </a:spcBef>
              <a:spcAft>
                <a:spcPts val="0"/>
              </a:spcAft>
              <a:buClr>
                <a:srgbClr val="000000"/>
              </a:buClr>
              <a:buSzPts val="1400"/>
              <a:buChar char="○"/>
              <a:defRPr>
                <a:solidFill>
                  <a:srgbClr val="000000"/>
                </a:solidFill>
              </a:defRPr>
            </a:lvl8pPr>
            <a:lvl9pPr marL="4114800" lvl="8" indent="-317500" algn="r">
              <a:spcBef>
                <a:spcPts val="1600"/>
              </a:spcBef>
              <a:spcAft>
                <a:spcPts val="1600"/>
              </a:spcAft>
              <a:buClr>
                <a:srgbClr val="000000"/>
              </a:buClr>
              <a:buSzPts val="1400"/>
              <a:buChar char="■"/>
              <a:defRPr>
                <a:solidFill>
                  <a:srgbClr val="000000"/>
                </a:solidFill>
              </a:defRPr>
            </a:lvl9pPr>
          </a:lstStyle>
          <a:p>
            <a:endParaRPr/>
          </a:p>
        </p:txBody>
      </p:sp>
      <p:sp>
        <p:nvSpPr>
          <p:cNvPr id="46" name="Google Shape;4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7"/>
        <p:cNvGrpSpPr/>
        <p:nvPr/>
      </p:nvGrpSpPr>
      <p:grpSpPr>
        <a:xfrm>
          <a:off x="0" y="0"/>
          <a:ext cx="0" cy="0"/>
          <a:chOff x="0" y="0"/>
          <a:chExt cx="0" cy="0"/>
        </a:xfrm>
      </p:grpSpPr>
      <p:sp>
        <p:nvSpPr>
          <p:cNvPr id="48" name="Google Shape;48;p8"/>
          <p:cNvSpPr/>
          <p:nvPr/>
        </p:nvSpPr>
        <p:spPr>
          <a:xfrm rot="5400000">
            <a:off x="2436125" y="-787125"/>
            <a:ext cx="4119000" cy="56736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8"/>
          <p:cNvSpPr txBox="1">
            <a:spLocks noGrp="1"/>
          </p:cNvSpPr>
          <p:nvPr>
            <p:ph type="title"/>
          </p:nvPr>
        </p:nvSpPr>
        <p:spPr>
          <a:xfrm>
            <a:off x="1861350" y="904150"/>
            <a:ext cx="54213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7200"/>
              <a:buNone/>
              <a:defRPr sz="7200">
                <a:solidFill>
                  <a:schemeClr val="lt1"/>
                </a:solidFill>
              </a:defRPr>
            </a:lvl1pPr>
            <a:lvl2pPr lvl="1" algn="ctr" rtl="0">
              <a:spcBef>
                <a:spcPts val="0"/>
              </a:spcBef>
              <a:spcAft>
                <a:spcPts val="0"/>
              </a:spcAft>
              <a:buClr>
                <a:schemeClr val="lt1"/>
              </a:buClr>
              <a:buSzPts val="7200"/>
              <a:buNone/>
              <a:defRPr sz="7200">
                <a:solidFill>
                  <a:schemeClr val="lt1"/>
                </a:solidFill>
              </a:defRPr>
            </a:lvl2pPr>
            <a:lvl3pPr lvl="2" algn="ctr" rtl="0">
              <a:spcBef>
                <a:spcPts val="0"/>
              </a:spcBef>
              <a:spcAft>
                <a:spcPts val="0"/>
              </a:spcAft>
              <a:buClr>
                <a:schemeClr val="lt1"/>
              </a:buClr>
              <a:buSzPts val="7200"/>
              <a:buNone/>
              <a:defRPr sz="7200">
                <a:solidFill>
                  <a:schemeClr val="lt1"/>
                </a:solidFill>
              </a:defRPr>
            </a:lvl3pPr>
            <a:lvl4pPr lvl="3" algn="ctr" rtl="0">
              <a:spcBef>
                <a:spcPts val="0"/>
              </a:spcBef>
              <a:spcAft>
                <a:spcPts val="0"/>
              </a:spcAft>
              <a:buClr>
                <a:schemeClr val="lt1"/>
              </a:buClr>
              <a:buSzPts val="7200"/>
              <a:buNone/>
              <a:defRPr sz="7200">
                <a:solidFill>
                  <a:schemeClr val="lt1"/>
                </a:solidFill>
              </a:defRPr>
            </a:lvl4pPr>
            <a:lvl5pPr lvl="4" algn="ctr" rtl="0">
              <a:spcBef>
                <a:spcPts val="0"/>
              </a:spcBef>
              <a:spcAft>
                <a:spcPts val="0"/>
              </a:spcAft>
              <a:buClr>
                <a:schemeClr val="lt1"/>
              </a:buClr>
              <a:buSzPts val="7200"/>
              <a:buNone/>
              <a:defRPr sz="7200">
                <a:solidFill>
                  <a:schemeClr val="lt1"/>
                </a:solidFill>
              </a:defRPr>
            </a:lvl5pPr>
            <a:lvl6pPr lvl="5" algn="ctr" rtl="0">
              <a:spcBef>
                <a:spcPts val="0"/>
              </a:spcBef>
              <a:spcAft>
                <a:spcPts val="0"/>
              </a:spcAft>
              <a:buClr>
                <a:schemeClr val="lt1"/>
              </a:buClr>
              <a:buSzPts val="7200"/>
              <a:buNone/>
              <a:defRPr sz="7200">
                <a:solidFill>
                  <a:schemeClr val="lt1"/>
                </a:solidFill>
              </a:defRPr>
            </a:lvl6pPr>
            <a:lvl7pPr lvl="6" algn="ctr" rtl="0">
              <a:spcBef>
                <a:spcPts val="0"/>
              </a:spcBef>
              <a:spcAft>
                <a:spcPts val="0"/>
              </a:spcAft>
              <a:buClr>
                <a:schemeClr val="lt1"/>
              </a:buClr>
              <a:buSzPts val="7200"/>
              <a:buNone/>
              <a:defRPr sz="7200">
                <a:solidFill>
                  <a:schemeClr val="lt1"/>
                </a:solidFill>
              </a:defRPr>
            </a:lvl7pPr>
            <a:lvl8pPr lvl="7" algn="ctr" rtl="0">
              <a:spcBef>
                <a:spcPts val="0"/>
              </a:spcBef>
              <a:spcAft>
                <a:spcPts val="0"/>
              </a:spcAft>
              <a:buClr>
                <a:schemeClr val="lt1"/>
              </a:buClr>
              <a:buSzPts val="7200"/>
              <a:buNone/>
              <a:defRPr sz="7200">
                <a:solidFill>
                  <a:schemeClr val="lt1"/>
                </a:solidFill>
              </a:defRPr>
            </a:lvl8pPr>
            <a:lvl9pPr lvl="8" algn="ctr" rtl="0">
              <a:spcBef>
                <a:spcPts val="0"/>
              </a:spcBef>
              <a:spcAft>
                <a:spcPts val="0"/>
              </a:spcAft>
              <a:buClr>
                <a:schemeClr val="lt1"/>
              </a:buClr>
              <a:buSzPts val="7200"/>
              <a:buNone/>
              <a:defRPr sz="7200">
                <a:solidFill>
                  <a:schemeClr val="lt1"/>
                </a:solidFill>
              </a:defRPr>
            </a:lvl9pPr>
          </a:lstStyle>
          <a:p>
            <a:endParaRPr/>
          </a:p>
        </p:txBody>
      </p:sp>
      <p:sp>
        <p:nvSpPr>
          <p:cNvPr id="50" name="Google Shape;50;p8"/>
          <p:cNvSpPr/>
          <p:nvPr/>
        </p:nvSpPr>
        <p:spPr>
          <a:xfrm rot="10800000">
            <a:off x="5954400" y="6"/>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8"/>
          <p:cNvSpPr/>
          <p:nvPr/>
        </p:nvSpPr>
        <p:spPr>
          <a:xfrm rot="10800000">
            <a:off x="0" y="3931900"/>
            <a:ext cx="31836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2"/>
        <p:cNvGrpSpPr/>
        <p:nvPr/>
      </p:nvGrpSpPr>
      <p:grpSpPr>
        <a:xfrm>
          <a:off x="0" y="0"/>
          <a:ext cx="0" cy="0"/>
          <a:chOff x="0" y="0"/>
          <a:chExt cx="0" cy="0"/>
        </a:xfrm>
      </p:grpSpPr>
      <p:sp>
        <p:nvSpPr>
          <p:cNvPr id="53" name="Google Shape;53;p9"/>
          <p:cNvSpPr txBox="1">
            <a:spLocks noGrp="1"/>
          </p:cNvSpPr>
          <p:nvPr>
            <p:ph type="subTitle" idx="1"/>
          </p:nvPr>
        </p:nvSpPr>
        <p:spPr>
          <a:xfrm>
            <a:off x="723975" y="1075825"/>
            <a:ext cx="4045200" cy="443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Font typeface="Montserrat Medium"/>
              <a:buNone/>
              <a:defRPr sz="1600">
                <a:latin typeface="Montserrat Medium"/>
                <a:ea typeface="Montserrat Medium"/>
                <a:cs typeface="Montserrat Medium"/>
                <a:sym typeface="Montserrat Medium"/>
              </a:defRPr>
            </a:lvl1pPr>
            <a:lvl2pPr lvl="1">
              <a:lnSpc>
                <a:spcPct val="100000"/>
              </a:lnSpc>
              <a:spcBef>
                <a:spcPts val="0"/>
              </a:spcBef>
              <a:spcAft>
                <a:spcPts val="0"/>
              </a:spcAft>
              <a:buSzPts val="2100"/>
              <a:buNone/>
              <a:defRPr sz="2100"/>
            </a:lvl2pPr>
            <a:lvl3pPr lvl="2">
              <a:lnSpc>
                <a:spcPct val="100000"/>
              </a:lnSpc>
              <a:spcBef>
                <a:spcPts val="0"/>
              </a:spcBef>
              <a:spcAft>
                <a:spcPts val="0"/>
              </a:spcAft>
              <a:buSzPts val="2100"/>
              <a:buNone/>
              <a:defRPr sz="2100"/>
            </a:lvl3pPr>
            <a:lvl4pPr lvl="3">
              <a:lnSpc>
                <a:spcPct val="100000"/>
              </a:lnSpc>
              <a:spcBef>
                <a:spcPts val="0"/>
              </a:spcBef>
              <a:spcAft>
                <a:spcPts val="0"/>
              </a:spcAft>
              <a:buSzPts val="2100"/>
              <a:buNone/>
              <a:defRPr sz="2100"/>
            </a:lvl4pPr>
            <a:lvl5pPr lvl="4">
              <a:lnSpc>
                <a:spcPct val="100000"/>
              </a:lnSpc>
              <a:spcBef>
                <a:spcPts val="0"/>
              </a:spcBef>
              <a:spcAft>
                <a:spcPts val="0"/>
              </a:spcAft>
              <a:buSzPts val="2100"/>
              <a:buNone/>
              <a:defRPr sz="2100"/>
            </a:lvl5pPr>
            <a:lvl6pPr lvl="5">
              <a:lnSpc>
                <a:spcPct val="100000"/>
              </a:lnSpc>
              <a:spcBef>
                <a:spcPts val="0"/>
              </a:spcBef>
              <a:spcAft>
                <a:spcPts val="0"/>
              </a:spcAft>
              <a:buSzPts val="2100"/>
              <a:buNone/>
              <a:defRPr sz="2100"/>
            </a:lvl6pPr>
            <a:lvl7pPr lvl="6">
              <a:lnSpc>
                <a:spcPct val="100000"/>
              </a:lnSpc>
              <a:spcBef>
                <a:spcPts val="0"/>
              </a:spcBef>
              <a:spcAft>
                <a:spcPts val="0"/>
              </a:spcAft>
              <a:buSzPts val="2100"/>
              <a:buNone/>
              <a:defRPr sz="2100"/>
            </a:lvl7pPr>
            <a:lvl8pPr lvl="7">
              <a:lnSpc>
                <a:spcPct val="100000"/>
              </a:lnSpc>
              <a:spcBef>
                <a:spcPts val="0"/>
              </a:spcBef>
              <a:spcAft>
                <a:spcPts val="0"/>
              </a:spcAft>
              <a:buSzPts val="2100"/>
              <a:buNone/>
              <a:defRPr sz="2100"/>
            </a:lvl8pPr>
            <a:lvl9pPr lvl="8">
              <a:lnSpc>
                <a:spcPct val="100000"/>
              </a:lnSpc>
              <a:spcBef>
                <a:spcPts val="0"/>
              </a:spcBef>
              <a:spcAft>
                <a:spcPts val="0"/>
              </a:spcAft>
              <a:buSzPts val="2100"/>
              <a:buNone/>
              <a:defRPr sz="2100"/>
            </a:lvl9pPr>
          </a:lstStyle>
          <a:p>
            <a:endParaRPr/>
          </a:p>
        </p:txBody>
      </p:sp>
      <p:sp>
        <p:nvSpPr>
          <p:cNvPr id="54" name="Google Shape;54;p9"/>
          <p:cNvSpPr txBox="1">
            <a:spLocks noGrp="1"/>
          </p:cNvSpPr>
          <p:nvPr>
            <p:ph type="body" idx="2"/>
          </p:nvPr>
        </p:nvSpPr>
        <p:spPr>
          <a:xfrm>
            <a:off x="723975" y="1648700"/>
            <a:ext cx="3837000" cy="3128100"/>
          </a:xfrm>
          <a:prstGeom prst="rect">
            <a:avLst/>
          </a:prstGeom>
        </p:spPr>
        <p:txBody>
          <a:bodyPr spcFirstLastPara="1" wrap="square" lIns="91425" tIns="91425" rIns="91425" bIns="91425" anchor="ctr" anchorCtr="0">
            <a:noAutofit/>
          </a:bodyPr>
          <a:lstStyle>
            <a:lvl1pPr marL="457200" lvl="0" indent="-317500">
              <a:spcBef>
                <a:spcPts val="0"/>
              </a:spcBef>
              <a:spcAft>
                <a:spcPts val="0"/>
              </a:spcAft>
              <a:buClr>
                <a:schemeClr val="accent5"/>
              </a:buClr>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55" name="Google Shape;5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56" name="Google Shape;56;p9"/>
          <p:cNvSpPr txBox="1">
            <a:spLocks noGrp="1"/>
          </p:cNvSpPr>
          <p:nvPr>
            <p:ph type="title"/>
          </p:nvPr>
        </p:nvSpPr>
        <p:spPr>
          <a:xfrm>
            <a:off x="723975" y="361950"/>
            <a:ext cx="8520600" cy="584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7"/>
        <p:cNvGrpSpPr/>
        <p:nvPr/>
      </p:nvGrpSpPr>
      <p:grpSpPr>
        <a:xfrm>
          <a:off x="0" y="0"/>
          <a:ext cx="0" cy="0"/>
          <a:chOff x="0" y="0"/>
          <a:chExt cx="0" cy="0"/>
        </a:xfrm>
      </p:grpSpPr>
      <p:sp>
        <p:nvSpPr>
          <p:cNvPr id="58" name="Google Shape;58;p10"/>
          <p:cNvSpPr/>
          <p:nvPr/>
        </p:nvSpPr>
        <p:spPr>
          <a:xfrm>
            <a:off x="419100" y="0"/>
            <a:ext cx="3505200" cy="3943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0"/>
          <p:cNvSpPr txBox="1">
            <a:spLocks noGrp="1"/>
          </p:cNvSpPr>
          <p:nvPr>
            <p:ph type="title"/>
          </p:nvPr>
        </p:nvSpPr>
        <p:spPr>
          <a:xfrm>
            <a:off x="643775" y="0"/>
            <a:ext cx="3266400" cy="3628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36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60" name="Google Shape;6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lang="en-GB"/>
          </a:p>
        </p:txBody>
      </p:sp>
      <p:sp>
        <p:nvSpPr>
          <p:cNvPr id="61" name="Google Shape;61;p10"/>
          <p:cNvSpPr/>
          <p:nvPr/>
        </p:nvSpPr>
        <p:spPr>
          <a:xfrm rot="5400000">
            <a:off x="-667050" y="3755175"/>
            <a:ext cx="20553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0"/>
          <p:cNvSpPr/>
          <p:nvPr/>
        </p:nvSpPr>
        <p:spPr>
          <a:xfrm rot="5400000">
            <a:off x="8459538" y="332550"/>
            <a:ext cx="10170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
        <p:cNvGrpSpPr/>
        <p:nvPr/>
      </p:nvGrpSpPr>
      <p:grpSpPr>
        <a:xfrm>
          <a:off x="0" y="0"/>
          <a:ext cx="0" cy="0"/>
          <a:chOff x="0" y="0"/>
          <a:chExt cx="0" cy="0"/>
        </a:xfrm>
      </p:grpSpPr>
      <p:sp>
        <p:nvSpPr>
          <p:cNvPr id="64" name="Google Shape;64;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accent5"/>
              </a:buClr>
              <a:buSzPts val="20000"/>
              <a:buNone/>
              <a:defRPr sz="10700">
                <a:solidFill>
                  <a:schemeClr val="accent5"/>
                </a:solidFill>
              </a:defRPr>
            </a:lvl1pPr>
            <a:lvl2pPr lvl="1" algn="ctr">
              <a:spcBef>
                <a:spcPts val="0"/>
              </a:spcBef>
              <a:spcAft>
                <a:spcPts val="0"/>
              </a:spcAft>
              <a:buSzPts val="20000"/>
              <a:buNone/>
              <a:defRPr sz="20000"/>
            </a:lvl2pPr>
            <a:lvl3pPr lvl="2" algn="ctr">
              <a:spcBef>
                <a:spcPts val="0"/>
              </a:spcBef>
              <a:spcAft>
                <a:spcPts val="0"/>
              </a:spcAft>
              <a:buSzPts val="20000"/>
              <a:buNone/>
              <a:defRPr sz="20000"/>
            </a:lvl3pPr>
            <a:lvl4pPr lvl="3" algn="ctr">
              <a:spcBef>
                <a:spcPts val="0"/>
              </a:spcBef>
              <a:spcAft>
                <a:spcPts val="0"/>
              </a:spcAft>
              <a:buSzPts val="20000"/>
              <a:buNone/>
              <a:defRPr sz="20000"/>
            </a:lvl4pPr>
            <a:lvl5pPr lvl="4" algn="ctr">
              <a:spcBef>
                <a:spcPts val="0"/>
              </a:spcBef>
              <a:spcAft>
                <a:spcPts val="0"/>
              </a:spcAft>
              <a:buSzPts val="20000"/>
              <a:buNone/>
              <a:defRPr sz="20000"/>
            </a:lvl5pPr>
            <a:lvl6pPr lvl="5" algn="ctr">
              <a:spcBef>
                <a:spcPts val="0"/>
              </a:spcBef>
              <a:spcAft>
                <a:spcPts val="0"/>
              </a:spcAft>
              <a:buSzPts val="20000"/>
              <a:buNone/>
              <a:defRPr sz="20000"/>
            </a:lvl6pPr>
            <a:lvl7pPr lvl="6" algn="ctr">
              <a:spcBef>
                <a:spcPts val="0"/>
              </a:spcBef>
              <a:spcAft>
                <a:spcPts val="0"/>
              </a:spcAft>
              <a:buSzPts val="20000"/>
              <a:buNone/>
              <a:defRPr sz="20000"/>
            </a:lvl7pPr>
            <a:lvl8pPr lvl="7" algn="ctr">
              <a:spcBef>
                <a:spcPts val="0"/>
              </a:spcBef>
              <a:spcAft>
                <a:spcPts val="0"/>
              </a:spcAft>
              <a:buSzPts val="20000"/>
              <a:buNone/>
              <a:defRPr sz="20000"/>
            </a:lvl8pPr>
            <a:lvl9pPr lvl="8" algn="ctr">
              <a:spcBef>
                <a:spcPts val="0"/>
              </a:spcBef>
              <a:spcAft>
                <a:spcPts val="0"/>
              </a:spcAft>
              <a:buSzPts val="20000"/>
              <a:buNone/>
              <a:defRPr sz="20000"/>
            </a:lvl9pPr>
          </a:lstStyle>
          <a:p>
            <a:r>
              <a:t>xx%</a:t>
            </a:r>
          </a:p>
        </p:txBody>
      </p:sp>
      <p:sp>
        <p:nvSpPr>
          <p:cNvPr id="65" name="Google Shape;65;p11"/>
          <p:cNvSpPr txBox="1">
            <a:spLocks noGrp="1"/>
          </p:cNvSpPr>
          <p:nvPr>
            <p:ph type="body" idx="1"/>
          </p:nvPr>
        </p:nvSpPr>
        <p:spPr>
          <a:xfrm>
            <a:off x="311700" y="3069625"/>
            <a:ext cx="8520600" cy="1300800"/>
          </a:xfrm>
          <a:prstGeom prst="rect">
            <a:avLst/>
          </a:prstGeom>
        </p:spPr>
        <p:txBody>
          <a:bodyPr spcFirstLastPara="1" wrap="square" lIns="91425" tIns="91425" rIns="91425" bIns="91425" anchor="t" anchorCtr="0">
            <a:noAutofit/>
          </a:bodyPr>
          <a:lstStyle>
            <a:lvl1pPr marL="457200" lvl="0" indent="-374650" algn="ctr">
              <a:spcBef>
                <a:spcPts val="0"/>
              </a:spcBef>
              <a:spcAft>
                <a:spcPts val="0"/>
              </a:spcAft>
              <a:buSzPts val="2300"/>
              <a:buChar char="●"/>
              <a:defRPr sz="2300"/>
            </a:lvl1pPr>
            <a:lvl2pPr marL="914400" lvl="1" indent="-349250" algn="ctr">
              <a:spcBef>
                <a:spcPts val="1600"/>
              </a:spcBef>
              <a:spcAft>
                <a:spcPts val="0"/>
              </a:spcAft>
              <a:buSzPts val="1900"/>
              <a:buChar char="○"/>
              <a:defRPr sz="1900"/>
            </a:lvl2pPr>
            <a:lvl3pPr marL="1371600" lvl="2" indent="-349250" algn="ctr">
              <a:spcBef>
                <a:spcPts val="1600"/>
              </a:spcBef>
              <a:spcAft>
                <a:spcPts val="0"/>
              </a:spcAft>
              <a:buSzPts val="1900"/>
              <a:buChar char="■"/>
              <a:defRPr sz="1900"/>
            </a:lvl3pPr>
            <a:lvl4pPr marL="1828800" lvl="3" indent="-349250" algn="ctr">
              <a:spcBef>
                <a:spcPts val="1600"/>
              </a:spcBef>
              <a:spcAft>
                <a:spcPts val="0"/>
              </a:spcAft>
              <a:buSzPts val="1900"/>
              <a:buChar char="●"/>
              <a:defRPr sz="1900"/>
            </a:lvl4pPr>
            <a:lvl5pPr marL="2286000" lvl="4" indent="-349250" algn="ctr">
              <a:spcBef>
                <a:spcPts val="1600"/>
              </a:spcBef>
              <a:spcAft>
                <a:spcPts val="0"/>
              </a:spcAft>
              <a:buSzPts val="1900"/>
              <a:buChar char="○"/>
              <a:defRPr sz="1900"/>
            </a:lvl5pPr>
            <a:lvl6pPr marL="2743200" lvl="5" indent="-349250" algn="ctr">
              <a:spcBef>
                <a:spcPts val="1600"/>
              </a:spcBef>
              <a:spcAft>
                <a:spcPts val="0"/>
              </a:spcAft>
              <a:buSzPts val="1900"/>
              <a:buChar char="■"/>
              <a:defRPr sz="1900"/>
            </a:lvl6pPr>
            <a:lvl7pPr marL="3200400" lvl="6" indent="-349250" algn="ctr">
              <a:spcBef>
                <a:spcPts val="1600"/>
              </a:spcBef>
              <a:spcAft>
                <a:spcPts val="0"/>
              </a:spcAft>
              <a:buSzPts val="1900"/>
              <a:buChar char="●"/>
              <a:defRPr sz="1900"/>
            </a:lvl7pPr>
            <a:lvl8pPr marL="3657600" lvl="7" indent="-349250" algn="ctr">
              <a:spcBef>
                <a:spcPts val="1600"/>
              </a:spcBef>
              <a:spcAft>
                <a:spcPts val="0"/>
              </a:spcAft>
              <a:buSzPts val="1900"/>
              <a:buChar char="○"/>
              <a:defRPr sz="1900"/>
            </a:lvl8pPr>
            <a:lvl9pPr marL="4114800" lvl="8" indent="-349250" algn="ctr">
              <a:spcBef>
                <a:spcPts val="1600"/>
              </a:spcBef>
              <a:spcAft>
                <a:spcPts val="1600"/>
              </a:spcAft>
              <a:buSzPts val="1900"/>
              <a:buChar char="■"/>
              <a:defRPr sz="1900"/>
            </a:lvl9pPr>
          </a:lstStyle>
          <a:p>
            <a:endParaRPr/>
          </a:p>
        </p:txBody>
      </p:sp>
      <p:sp>
        <p:nvSpPr>
          <p:cNvPr id="66" name="Google Shape;6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lang="en-GB"/>
          </a:p>
        </p:txBody>
      </p:sp>
      <p:sp>
        <p:nvSpPr>
          <p:cNvPr id="67" name="Google Shape;67;p11"/>
          <p:cNvSpPr/>
          <p:nvPr/>
        </p:nvSpPr>
        <p:spPr>
          <a:xfrm rot="5400000">
            <a:off x="8330700" y="4309775"/>
            <a:ext cx="10077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1"/>
          <p:cNvSpPr/>
          <p:nvPr/>
        </p:nvSpPr>
        <p:spPr>
          <a:xfrm rot="10800000">
            <a:off x="0" y="6"/>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1"/>
        </a:solidFill>
        <a:effectLst/>
      </p:bgPr>
    </p:bg>
    <p:spTree>
      <p:nvGrpSpPr>
        <p:cNvPr id="1" name="Shape 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1">
  <p:cSld name="CUSTOM_15">
    <p:spTree>
      <p:nvGrpSpPr>
        <p:cNvPr id="1" name="Shape 70"/>
        <p:cNvGrpSpPr/>
        <p:nvPr/>
      </p:nvGrpSpPr>
      <p:grpSpPr>
        <a:xfrm>
          <a:off x="0" y="0"/>
          <a:ext cx="0" cy="0"/>
          <a:chOff x="0" y="0"/>
          <a:chExt cx="0" cy="0"/>
        </a:xfrm>
      </p:grpSpPr>
      <p:sp>
        <p:nvSpPr>
          <p:cNvPr id="71" name="Google Shape;71;p13"/>
          <p:cNvSpPr txBox="1">
            <a:spLocks noGrp="1"/>
          </p:cNvSpPr>
          <p:nvPr>
            <p:ph type="title"/>
          </p:nvPr>
        </p:nvSpPr>
        <p:spPr>
          <a:xfrm>
            <a:off x="4514850" y="2381250"/>
            <a:ext cx="3882000" cy="567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700"/>
              <a:buNone/>
              <a:defRPr sz="3600">
                <a:solidFill>
                  <a:schemeClr val="accent2"/>
                </a:solidFill>
              </a:defRPr>
            </a:lvl1pPr>
            <a:lvl2pPr lvl="1" algn="r" rtl="0">
              <a:spcBef>
                <a:spcPts val="0"/>
              </a:spcBef>
              <a:spcAft>
                <a:spcPts val="0"/>
              </a:spcAft>
              <a:buClr>
                <a:schemeClr val="accent2"/>
              </a:buClr>
              <a:buSzPts val="3600"/>
              <a:buNone/>
              <a:defRPr sz="3600">
                <a:solidFill>
                  <a:schemeClr val="accent2"/>
                </a:solidFill>
              </a:defRPr>
            </a:lvl2pPr>
            <a:lvl3pPr lvl="2" algn="r" rtl="0">
              <a:spcBef>
                <a:spcPts val="0"/>
              </a:spcBef>
              <a:spcAft>
                <a:spcPts val="0"/>
              </a:spcAft>
              <a:buClr>
                <a:schemeClr val="accent2"/>
              </a:buClr>
              <a:buSzPts val="3600"/>
              <a:buNone/>
              <a:defRPr sz="3600">
                <a:solidFill>
                  <a:schemeClr val="accent2"/>
                </a:solidFill>
              </a:defRPr>
            </a:lvl3pPr>
            <a:lvl4pPr lvl="3" algn="r" rtl="0">
              <a:spcBef>
                <a:spcPts val="0"/>
              </a:spcBef>
              <a:spcAft>
                <a:spcPts val="0"/>
              </a:spcAft>
              <a:buClr>
                <a:schemeClr val="accent2"/>
              </a:buClr>
              <a:buSzPts val="3600"/>
              <a:buNone/>
              <a:defRPr sz="3600">
                <a:solidFill>
                  <a:schemeClr val="accent2"/>
                </a:solidFill>
              </a:defRPr>
            </a:lvl4pPr>
            <a:lvl5pPr lvl="4" algn="r" rtl="0">
              <a:spcBef>
                <a:spcPts val="0"/>
              </a:spcBef>
              <a:spcAft>
                <a:spcPts val="0"/>
              </a:spcAft>
              <a:buClr>
                <a:schemeClr val="accent2"/>
              </a:buClr>
              <a:buSzPts val="3600"/>
              <a:buNone/>
              <a:defRPr sz="3600">
                <a:solidFill>
                  <a:schemeClr val="accent2"/>
                </a:solidFill>
              </a:defRPr>
            </a:lvl5pPr>
            <a:lvl6pPr lvl="5" algn="r" rtl="0">
              <a:spcBef>
                <a:spcPts val="0"/>
              </a:spcBef>
              <a:spcAft>
                <a:spcPts val="0"/>
              </a:spcAft>
              <a:buClr>
                <a:schemeClr val="accent2"/>
              </a:buClr>
              <a:buSzPts val="3600"/>
              <a:buNone/>
              <a:defRPr sz="3600">
                <a:solidFill>
                  <a:schemeClr val="accent2"/>
                </a:solidFill>
              </a:defRPr>
            </a:lvl6pPr>
            <a:lvl7pPr lvl="6" algn="r" rtl="0">
              <a:spcBef>
                <a:spcPts val="0"/>
              </a:spcBef>
              <a:spcAft>
                <a:spcPts val="0"/>
              </a:spcAft>
              <a:buClr>
                <a:schemeClr val="accent2"/>
              </a:buClr>
              <a:buSzPts val="3600"/>
              <a:buNone/>
              <a:defRPr sz="3600">
                <a:solidFill>
                  <a:schemeClr val="accent2"/>
                </a:solidFill>
              </a:defRPr>
            </a:lvl7pPr>
            <a:lvl8pPr lvl="7" algn="r" rtl="0">
              <a:spcBef>
                <a:spcPts val="0"/>
              </a:spcBef>
              <a:spcAft>
                <a:spcPts val="0"/>
              </a:spcAft>
              <a:buClr>
                <a:schemeClr val="accent2"/>
              </a:buClr>
              <a:buSzPts val="3600"/>
              <a:buNone/>
              <a:defRPr sz="3600">
                <a:solidFill>
                  <a:schemeClr val="accent2"/>
                </a:solidFill>
              </a:defRPr>
            </a:lvl8pPr>
            <a:lvl9pPr lvl="8" algn="r" rtl="0">
              <a:spcBef>
                <a:spcPts val="0"/>
              </a:spcBef>
              <a:spcAft>
                <a:spcPts val="0"/>
              </a:spcAft>
              <a:buClr>
                <a:schemeClr val="accent2"/>
              </a:buClr>
              <a:buSzPts val="3600"/>
              <a:buNone/>
              <a:defRPr sz="3600">
                <a:solidFill>
                  <a:schemeClr val="accent2"/>
                </a:solidFill>
              </a:defRPr>
            </a:lvl9pPr>
          </a:lstStyle>
          <a:p>
            <a:endParaRPr/>
          </a:p>
        </p:txBody>
      </p:sp>
      <p:sp>
        <p:nvSpPr>
          <p:cNvPr id="72" name="Google Shape;72;p13"/>
          <p:cNvSpPr txBox="1">
            <a:spLocks noGrp="1"/>
          </p:cNvSpPr>
          <p:nvPr>
            <p:ph type="subTitle" idx="1"/>
          </p:nvPr>
        </p:nvSpPr>
        <p:spPr>
          <a:xfrm>
            <a:off x="4731900" y="2948250"/>
            <a:ext cx="3447900" cy="6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2"/>
              </a:buClr>
              <a:buSzPts val="1700"/>
              <a:buFont typeface="Montserrat Medium"/>
              <a:buNone/>
              <a:defRPr>
                <a:solidFill>
                  <a:schemeClr val="accent2"/>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accent2"/>
              </a:buClr>
              <a:buSzPts val="1900"/>
              <a:buFont typeface="Montserrat Medium"/>
              <a:buNone/>
              <a:defRPr sz="1900">
                <a:solidFill>
                  <a:schemeClr val="accent2"/>
                </a:solidFill>
                <a:latin typeface="Montserrat Medium"/>
                <a:ea typeface="Montserrat Medium"/>
                <a:cs typeface="Montserrat Medium"/>
                <a:sym typeface="Montserrat Medium"/>
              </a:defRPr>
            </a:lvl9pPr>
          </a:lstStyle>
          <a:p>
            <a:endParaRPr/>
          </a:p>
        </p:txBody>
      </p:sp>
      <p:sp>
        <p:nvSpPr>
          <p:cNvPr id="73" name="Google Shape;73;p13"/>
          <p:cNvSpPr/>
          <p:nvPr/>
        </p:nvSpPr>
        <p:spPr>
          <a:xfrm rot="5400000">
            <a:off x="-143250" y="143238"/>
            <a:ext cx="1007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13"/>
          <p:cNvSpPr txBox="1">
            <a:spLocks noGrp="1"/>
          </p:cNvSpPr>
          <p:nvPr>
            <p:ph type="title" idx="2" hasCustomPrompt="1"/>
          </p:nvPr>
        </p:nvSpPr>
        <p:spPr>
          <a:xfrm>
            <a:off x="5804550" y="1534050"/>
            <a:ext cx="1302600" cy="84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6000"/>
              <a:buNone/>
              <a:defRPr sz="7200">
                <a:solidFill>
                  <a:schemeClr val="accent3"/>
                </a:solidFill>
              </a:defRPr>
            </a:lvl1pPr>
            <a:lvl2pPr lvl="1" algn="ctr" rtl="0">
              <a:spcBef>
                <a:spcPts val="0"/>
              </a:spcBef>
              <a:spcAft>
                <a:spcPts val="0"/>
              </a:spcAft>
              <a:buClr>
                <a:schemeClr val="accent3"/>
              </a:buClr>
              <a:buSzPts val="6000"/>
              <a:buNone/>
              <a:defRPr sz="6000">
                <a:solidFill>
                  <a:schemeClr val="accent3"/>
                </a:solidFill>
              </a:defRPr>
            </a:lvl2pPr>
            <a:lvl3pPr lvl="2" algn="ctr" rtl="0">
              <a:spcBef>
                <a:spcPts val="0"/>
              </a:spcBef>
              <a:spcAft>
                <a:spcPts val="0"/>
              </a:spcAft>
              <a:buClr>
                <a:schemeClr val="accent3"/>
              </a:buClr>
              <a:buSzPts val="6000"/>
              <a:buNone/>
              <a:defRPr sz="6000">
                <a:solidFill>
                  <a:schemeClr val="accent3"/>
                </a:solidFill>
              </a:defRPr>
            </a:lvl3pPr>
            <a:lvl4pPr lvl="3" algn="ctr" rtl="0">
              <a:spcBef>
                <a:spcPts val="0"/>
              </a:spcBef>
              <a:spcAft>
                <a:spcPts val="0"/>
              </a:spcAft>
              <a:buClr>
                <a:schemeClr val="accent3"/>
              </a:buClr>
              <a:buSzPts val="6000"/>
              <a:buNone/>
              <a:defRPr sz="6000">
                <a:solidFill>
                  <a:schemeClr val="accent3"/>
                </a:solidFill>
              </a:defRPr>
            </a:lvl4pPr>
            <a:lvl5pPr lvl="4" algn="ctr" rtl="0">
              <a:spcBef>
                <a:spcPts val="0"/>
              </a:spcBef>
              <a:spcAft>
                <a:spcPts val="0"/>
              </a:spcAft>
              <a:buClr>
                <a:schemeClr val="accent3"/>
              </a:buClr>
              <a:buSzPts val="6000"/>
              <a:buNone/>
              <a:defRPr sz="6000">
                <a:solidFill>
                  <a:schemeClr val="accent3"/>
                </a:solidFill>
              </a:defRPr>
            </a:lvl5pPr>
            <a:lvl6pPr lvl="5" algn="ctr" rtl="0">
              <a:spcBef>
                <a:spcPts val="0"/>
              </a:spcBef>
              <a:spcAft>
                <a:spcPts val="0"/>
              </a:spcAft>
              <a:buClr>
                <a:schemeClr val="accent3"/>
              </a:buClr>
              <a:buSzPts val="6000"/>
              <a:buNone/>
              <a:defRPr sz="6000">
                <a:solidFill>
                  <a:schemeClr val="accent3"/>
                </a:solidFill>
              </a:defRPr>
            </a:lvl6pPr>
            <a:lvl7pPr lvl="6" algn="ctr" rtl="0">
              <a:spcBef>
                <a:spcPts val="0"/>
              </a:spcBef>
              <a:spcAft>
                <a:spcPts val="0"/>
              </a:spcAft>
              <a:buClr>
                <a:schemeClr val="accent3"/>
              </a:buClr>
              <a:buSzPts val="6000"/>
              <a:buNone/>
              <a:defRPr sz="6000">
                <a:solidFill>
                  <a:schemeClr val="accent3"/>
                </a:solidFill>
              </a:defRPr>
            </a:lvl7pPr>
            <a:lvl8pPr lvl="7" algn="ctr" rtl="0">
              <a:spcBef>
                <a:spcPts val="0"/>
              </a:spcBef>
              <a:spcAft>
                <a:spcPts val="0"/>
              </a:spcAft>
              <a:buClr>
                <a:schemeClr val="accent3"/>
              </a:buClr>
              <a:buSzPts val="6000"/>
              <a:buNone/>
              <a:defRPr sz="6000">
                <a:solidFill>
                  <a:schemeClr val="accent3"/>
                </a:solidFill>
              </a:defRPr>
            </a:lvl8pPr>
            <a:lvl9pPr lvl="8" algn="ctr" rtl="0">
              <a:spcBef>
                <a:spcPts val="0"/>
              </a:spcBef>
              <a:spcAft>
                <a:spcPts val="0"/>
              </a:spcAft>
              <a:buClr>
                <a:schemeClr val="accent3"/>
              </a:buClr>
              <a:buSzPts val="6000"/>
              <a:buNone/>
              <a:defRPr sz="6000">
                <a:solidFill>
                  <a:schemeClr val="accent3"/>
                </a:solidFill>
              </a:defRPr>
            </a:lvl9pPr>
          </a:lstStyle>
          <a:p>
            <a:r>
              <a:t>xx%</a:t>
            </a:r>
          </a:p>
        </p:txBody>
      </p:sp>
      <p:sp>
        <p:nvSpPr>
          <p:cNvPr id="75" name="Google Shape;75;p13"/>
          <p:cNvSpPr/>
          <p:nvPr/>
        </p:nvSpPr>
        <p:spPr>
          <a:xfrm>
            <a:off x="0" y="4575300"/>
            <a:ext cx="5181600" cy="568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2">
  <p:cSld name="CUSTOM_20">
    <p:spTree>
      <p:nvGrpSpPr>
        <p:cNvPr id="1" name="Shape 76"/>
        <p:cNvGrpSpPr/>
        <p:nvPr/>
      </p:nvGrpSpPr>
      <p:grpSpPr>
        <a:xfrm>
          <a:off x="0" y="0"/>
          <a:ext cx="0" cy="0"/>
          <a:chOff x="0" y="0"/>
          <a:chExt cx="0" cy="0"/>
        </a:xfrm>
      </p:grpSpPr>
      <p:sp>
        <p:nvSpPr>
          <p:cNvPr id="77" name="Google Shape;77;p14"/>
          <p:cNvSpPr txBox="1">
            <a:spLocks noGrp="1"/>
          </p:cNvSpPr>
          <p:nvPr>
            <p:ph type="title"/>
          </p:nvPr>
        </p:nvSpPr>
        <p:spPr>
          <a:xfrm>
            <a:off x="4802400" y="1611350"/>
            <a:ext cx="3882000" cy="567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2700"/>
              <a:buNone/>
              <a:defRPr sz="3600">
                <a:solidFill>
                  <a:schemeClr val="accent3"/>
                </a:solidFill>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78" name="Google Shape;78;p14"/>
          <p:cNvSpPr txBox="1">
            <a:spLocks noGrp="1"/>
          </p:cNvSpPr>
          <p:nvPr>
            <p:ph type="subTitle" idx="1"/>
          </p:nvPr>
        </p:nvSpPr>
        <p:spPr>
          <a:xfrm>
            <a:off x="4802400" y="2178350"/>
            <a:ext cx="3447900" cy="6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700"/>
              <a:buFont typeface="Montserrat Medium"/>
              <a:buNone/>
              <a:defRPr>
                <a:solidFill>
                  <a:schemeClr val="accent3"/>
                </a:solidFill>
                <a:latin typeface="Montserrat Medium"/>
                <a:ea typeface="Montserrat Medium"/>
                <a:cs typeface="Montserrat Medium"/>
                <a:sym typeface="Montserrat Medium"/>
              </a:defRPr>
            </a:lvl1pPr>
            <a:lvl2pPr lvl="1"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2pPr>
            <a:lvl3pPr lvl="2"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3pPr>
            <a:lvl4pPr lvl="3"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4pPr>
            <a:lvl5pPr lvl="4"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5pPr>
            <a:lvl6pPr lvl="5"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6pPr>
            <a:lvl7pPr lvl="6"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7pPr>
            <a:lvl8pPr lvl="7"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8pPr>
            <a:lvl9pPr lvl="8"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9pPr>
          </a:lstStyle>
          <a:p>
            <a:endParaRPr/>
          </a:p>
        </p:txBody>
      </p:sp>
      <p:sp>
        <p:nvSpPr>
          <p:cNvPr id="79" name="Google Shape;79;p14"/>
          <p:cNvSpPr txBox="1">
            <a:spLocks noGrp="1"/>
          </p:cNvSpPr>
          <p:nvPr>
            <p:ph type="title" idx="2" hasCustomPrompt="1"/>
          </p:nvPr>
        </p:nvSpPr>
        <p:spPr>
          <a:xfrm>
            <a:off x="4802400" y="764150"/>
            <a:ext cx="1302600" cy="84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72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80" name="Google Shape;80;p14"/>
          <p:cNvSpPr/>
          <p:nvPr/>
        </p:nvSpPr>
        <p:spPr>
          <a:xfrm rot="10800000">
            <a:off x="0" y="4599175"/>
            <a:ext cx="3191400" cy="544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4"/>
          <p:cNvSpPr/>
          <p:nvPr/>
        </p:nvSpPr>
        <p:spPr>
          <a:xfrm rot="-5400000">
            <a:off x="7292100" y="1339500"/>
            <a:ext cx="3191400" cy="5124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3">
  <p:cSld name="CUSTOM_21">
    <p:spTree>
      <p:nvGrpSpPr>
        <p:cNvPr id="1" name="Shape 82"/>
        <p:cNvGrpSpPr/>
        <p:nvPr/>
      </p:nvGrpSpPr>
      <p:grpSpPr>
        <a:xfrm>
          <a:off x="0" y="0"/>
          <a:ext cx="0" cy="0"/>
          <a:chOff x="0" y="0"/>
          <a:chExt cx="0" cy="0"/>
        </a:xfrm>
      </p:grpSpPr>
      <p:sp>
        <p:nvSpPr>
          <p:cNvPr id="83" name="Google Shape;83;p15"/>
          <p:cNvSpPr txBox="1">
            <a:spLocks noGrp="1"/>
          </p:cNvSpPr>
          <p:nvPr>
            <p:ph type="title"/>
          </p:nvPr>
        </p:nvSpPr>
        <p:spPr>
          <a:xfrm>
            <a:off x="723975" y="3335400"/>
            <a:ext cx="3447900" cy="567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1"/>
              </a:buClr>
              <a:buSzPts val="2700"/>
              <a:buNone/>
              <a:defRPr sz="3600">
                <a:solidFill>
                  <a:schemeClr val="accent1"/>
                </a:solidFill>
              </a:defRPr>
            </a:lvl1pPr>
            <a:lvl2pPr lvl="1" algn="r" rtl="0">
              <a:spcBef>
                <a:spcPts val="0"/>
              </a:spcBef>
              <a:spcAft>
                <a:spcPts val="0"/>
              </a:spcAft>
              <a:buClr>
                <a:schemeClr val="accent1"/>
              </a:buClr>
              <a:buSzPts val="3600"/>
              <a:buNone/>
              <a:defRPr sz="3600">
                <a:solidFill>
                  <a:schemeClr val="accent1"/>
                </a:solidFill>
              </a:defRPr>
            </a:lvl2pPr>
            <a:lvl3pPr lvl="2" algn="r" rtl="0">
              <a:spcBef>
                <a:spcPts val="0"/>
              </a:spcBef>
              <a:spcAft>
                <a:spcPts val="0"/>
              </a:spcAft>
              <a:buClr>
                <a:schemeClr val="accent1"/>
              </a:buClr>
              <a:buSzPts val="3600"/>
              <a:buNone/>
              <a:defRPr sz="3600">
                <a:solidFill>
                  <a:schemeClr val="accent1"/>
                </a:solidFill>
              </a:defRPr>
            </a:lvl3pPr>
            <a:lvl4pPr lvl="3" algn="r" rtl="0">
              <a:spcBef>
                <a:spcPts val="0"/>
              </a:spcBef>
              <a:spcAft>
                <a:spcPts val="0"/>
              </a:spcAft>
              <a:buClr>
                <a:schemeClr val="accent1"/>
              </a:buClr>
              <a:buSzPts val="3600"/>
              <a:buNone/>
              <a:defRPr sz="3600">
                <a:solidFill>
                  <a:schemeClr val="accent1"/>
                </a:solidFill>
              </a:defRPr>
            </a:lvl4pPr>
            <a:lvl5pPr lvl="4" algn="r" rtl="0">
              <a:spcBef>
                <a:spcPts val="0"/>
              </a:spcBef>
              <a:spcAft>
                <a:spcPts val="0"/>
              </a:spcAft>
              <a:buClr>
                <a:schemeClr val="accent1"/>
              </a:buClr>
              <a:buSzPts val="3600"/>
              <a:buNone/>
              <a:defRPr sz="3600">
                <a:solidFill>
                  <a:schemeClr val="accent1"/>
                </a:solidFill>
              </a:defRPr>
            </a:lvl5pPr>
            <a:lvl6pPr lvl="5" algn="r" rtl="0">
              <a:spcBef>
                <a:spcPts val="0"/>
              </a:spcBef>
              <a:spcAft>
                <a:spcPts val="0"/>
              </a:spcAft>
              <a:buClr>
                <a:schemeClr val="accent1"/>
              </a:buClr>
              <a:buSzPts val="3600"/>
              <a:buNone/>
              <a:defRPr sz="3600">
                <a:solidFill>
                  <a:schemeClr val="accent1"/>
                </a:solidFill>
              </a:defRPr>
            </a:lvl6pPr>
            <a:lvl7pPr lvl="6" algn="r" rtl="0">
              <a:spcBef>
                <a:spcPts val="0"/>
              </a:spcBef>
              <a:spcAft>
                <a:spcPts val="0"/>
              </a:spcAft>
              <a:buClr>
                <a:schemeClr val="accent1"/>
              </a:buClr>
              <a:buSzPts val="3600"/>
              <a:buNone/>
              <a:defRPr sz="3600">
                <a:solidFill>
                  <a:schemeClr val="accent1"/>
                </a:solidFill>
              </a:defRPr>
            </a:lvl7pPr>
            <a:lvl8pPr lvl="7" algn="r" rtl="0">
              <a:spcBef>
                <a:spcPts val="0"/>
              </a:spcBef>
              <a:spcAft>
                <a:spcPts val="0"/>
              </a:spcAft>
              <a:buClr>
                <a:schemeClr val="accent1"/>
              </a:buClr>
              <a:buSzPts val="3600"/>
              <a:buNone/>
              <a:defRPr sz="3600">
                <a:solidFill>
                  <a:schemeClr val="accent1"/>
                </a:solidFill>
              </a:defRPr>
            </a:lvl8pPr>
            <a:lvl9pPr lvl="8" algn="r" rtl="0">
              <a:spcBef>
                <a:spcPts val="0"/>
              </a:spcBef>
              <a:spcAft>
                <a:spcPts val="0"/>
              </a:spcAft>
              <a:buClr>
                <a:schemeClr val="accent1"/>
              </a:buClr>
              <a:buSzPts val="3600"/>
              <a:buNone/>
              <a:defRPr sz="3600">
                <a:solidFill>
                  <a:schemeClr val="accent1"/>
                </a:solidFill>
              </a:defRPr>
            </a:lvl9pPr>
          </a:lstStyle>
          <a:p>
            <a:endParaRPr/>
          </a:p>
        </p:txBody>
      </p:sp>
      <p:sp>
        <p:nvSpPr>
          <p:cNvPr id="84" name="Google Shape;84;p15"/>
          <p:cNvSpPr txBox="1">
            <a:spLocks noGrp="1"/>
          </p:cNvSpPr>
          <p:nvPr>
            <p:ph type="subTitle" idx="1"/>
          </p:nvPr>
        </p:nvSpPr>
        <p:spPr>
          <a:xfrm>
            <a:off x="723975" y="3902400"/>
            <a:ext cx="3447900" cy="6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700"/>
              <a:buFont typeface="Montserrat Medium"/>
              <a:buNone/>
              <a:defRPr>
                <a:solidFill>
                  <a:schemeClr val="accent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9pPr>
          </a:lstStyle>
          <a:p>
            <a:endParaRPr/>
          </a:p>
        </p:txBody>
      </p:sp>
      <p:sp>
        <p:nvSpPr>
          <p:cNvPr id="85" name="Google Shape;85;p15"/>
          <p:cNvSpPr txBox="1">
            <a:spLocks noGrp="1"/>
          </p:cNvSpPr>
          <p:nvPr>
            <p:ph type="title" idx="2" hasCustomPrompt="1"/>
          </p:nvPr>
        </p:nvSpPr>
        <p:spPr>
          <a:xfrm>
            <a:off x="723975" y="2488200"/>
            <a:ext cx="1302600" cy="847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3"/>
              </a:buClr>
              <a:buSzPts val="6000"/>
              <a:buNone/>
              <a:defRPr sz="7200">
                <a:solidFill>
                  <a:schemeClr val="accent3"/>
                </a:solidFill>
              </a:defRPr>
            </a:lvl1pPr>
            <a:lvl2pPr lvl="1" algn="ctr" rtl="0">
              <a:spcBef>
                <a:spcPts val="0"/>
              </a:spcBef>
              <a:spcAft>
                <a:spcPts val="0"/>
              </a:spcAft>
              <a:buClr>
                <a:schemeClr val="accent3"/>
              </a:buClr>
              <a:buSzPts val="6000"/>
              <a:buNone/>
              <a:defRPr sz="6000">
                <a:solidFill>
                  <a:schemeClr val="accent3"/>
                </a:solidFill>
              </a:defRPr>
            </a:lvl2pPr>
            <a:lvl3pPr lvl="2" algn="ctr" rtl="0">
              <a:spcBef>
                <a:spcPts val="0"/>
              </a:spcBef>
              <a:spcAft>
                <a:spcPts val="0"/>
              </a:spcAft>
              <a:buClr>
                <a:schemeClr val="accent3"/>
              </a:buClr>
              <a:buSzPts val="6000"/>
              <a:buNone/>
              <a:defRPr sz="6000">
                <a:solidFill>
                  <a:schemeClr val="accent3"/>
                </a:solidFill>
              </a:defRPr>
            </a:lvl3pPr>
            <a:lvl4pPr lvl="3" algn="ctr" rtl="0">
              <a:spcBef>
                <a:spcPts val="0"/>
              </a:spcBef>
              <a:spcAft>
                <a:spcPts val="0"/>
              </a:spcAft>
              <a:buClr>
                <a:schemeClr val="accent3"/>
              </a:buClr>
              <a:buSzPts val="6000"/>
              <a:buNone/>
              <a:defRPr sz="6000">
                <a:solidFill>
                  <a:schemeClr val="accent3"/>
                </a:solidFill>
              </a:defRPr>
            </a:lvl4pPr>
            <a:lvl5pPr lvl="4" algn="ctr" rtl="0">
              <a:spcBef>
                <a:spcPts val="0"/>
              </a:spcBef>
              <a:spcAft>
                <a:spcPts val="0"/>
              </a:spcAft>
              <a:buClr>
                <a:schemeClr val="accent3"/>
              </a:buClr>
              <a:buSzPts val="6000"/>
              <a:buNone/>
              <a:defRPr sz="6000">
                <a:solidFill>
                  <a:schemeClr val="accent3"/>
                </a:solidFill>
              </a:defRPr>
            </a:lvl5pPr>
            <a:lvl6pPr lvl="5" algn="ctr" rtl="0">
              <a:spcBef>
                <a:spcPts val="0"/>
              </a:spcBef>
              <a:spcAft>
                <a:spcPts val="0"/>
              </a:spcAft>
              <a:buClr>
                <a:schemeClr val="accent3"/>
              </a:buClr>
              <a:buSzPts val="6000"/>
              <a:buNone/>
              <a:defRPr sz="6000">
                <a:solidFill>
                  <a:schemeClr val="accent3"/>
                </a:solidFill>
              </a:defRPr>
            </a:lvl6pPr>
            <a:lvl7pPr lvl="6" algn="ctr" rtl="0">
              <a:spcBef>
                <a:spcPts val="0"/>
              </a:spcBef>
              <a:spcAft>
                <a:spcPts val="0"/>
              </a:spcAft>
              <a:buClr>
                <a:schemeClr val="accent3"/>
              </a:buClr>
              <a:buSzPts val="6000"/>
              <a:buNone/>
              <a:defRPr sz="6000">
                <a:solidFill>
                  <a:schemeClr val="accent3"/>
                </a:solidFill>
              </a:defRPr>
            </a:lvl7pPr>
            <a:lvl8pPr lvl="7" algn="ctr" rtl="0">
              <a:spcBef>
                <a:spcPts val="0"/>
              </a:spcBef>
              <a:spcAft>
                <a:spcPts val="0"/>
              </a:spcAft>
              <a:buClr>
                <a:schemeClr val="accent3"/>
              </a:buClr>
              <a:buSzPts val="6000"/>
              <a:buNone/>
              <a:defRPr sz="6000">
                <a:solidFill>
                  <a:schemeClr val="accent3"/>
                </a:solidFill>
              </a:defRPr>
            </a:lvl8pPr>
            <a:lvl9pPr lvl="8" algn="ctr" rtl="0">
              <a:spcBef>
                <a:spcPts val="0"/>
              </a:spcBef>
              <a:spcAft>
                <a:spcPts val="0"/>
              </a:spcAft>
              <a:buClr>
                <a:schemeClr val="accent3"/>
              </a:buClr>
              <a:buSzPts val="6000"/>
              <a:buNone/>
              <a:defRPr sz="6000">
                <a:solidFill>
                  <a:schemeClr val="accent3"/>
                </a:solidFill>
              </a:defRPr>
            </a:lvl9pPr>
          </a:lstStyle>
          <a:p>
            <a:r>
              <a:t>xx%</a:t>
            </a:r>
          </a:p>
        </p:txBody>
      </p:sp>
      <p:sp>
        <p:nvSpPr>
          <p:cNvPr id="86" name="Google Shape;86;p15"/>
          <p:cNvSpPr/>
          <p:nvPr/>
        </p:nvSpPr>
        <p:spPr>
          <a:xfrm rot="5400000">
            <a:off x="5170325" y="3755250"/>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5"/>
          <p:cNvSpPr/>
          <p:nvPr/>
        </p:nvSpPr>
        <p:spPr>
          <a:xfrm rot="10800000">
            <a:off x="7092600" y="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4">
  <p:cSld name="CUSTOM_22">
    <p:spTree>
      <p:nvGrpSpPr>
        <p:cNvPr id="1" name="Shape 88"/>
        <p:cNvGrpSpPr/>
        <p:nvPr/>
      </p:nvGrpSpPr>
      <p:grpSpPr>
        <a:xfrm>
          <a:off x="0" y="0"/>
          <a:ext cx="0" cy="0"/>
          <a:chOff x="0" y="0"/>
          <a:chExt cx="0" cy="0"/>
        </a:xfrm>
      </p:grpSpPr>
      <p:sp>
        <p:nvSpPr>
          <p:cNvPr id="89" name="Google Shape;89;p16"/>
          <p:cNvSpPr txBox="1">
            <a:spLocks noGrp="1"/>
          </p:cNvSpPr>
          <p:nvPr>
            <p:ph type="title"/>
          </p:nvPr>
        </p:nvSpPr>
        <p:spPr>
          <a:xfrm>
            <a:off x="4796325" y="2974675"/>
            <a:ext cx="3447900" cy="5670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2700"/>
              <a:buNone/>
              <a:defRPr sz="3600">
                <a:solidFill>
                  <a:schemeClr val="accent3"/>
                </a:solidFill>
              </a:defRPr>
            </a:lvl1pPr>
            <a:lvl2pPr lvl="1" algn="r" rtl="0">
              <a:spcBef>
                <a:spcPts val="0"/>
              </a:spcBef>
              <a:spcAft>
                <a:spcPts val="0"/>
              </a:spcAft>
              <a:buSzPts val="3600"/>
              <a:buNone/>
              <a:defRPr sz="3600"/>
            </a:lvl2pPr>
            <a:lvl3pPr lvl="2" algn="r" rtl="0">
              <a:spcBef>
                <a:spcPts val="0"/>
              </a:spcBef>
              <a:spcAft>
                <a:spcPts val="0"/>
              </a:spcAft>
              <a:buSzPts val="3600"/>
              <a:buNone/>
              <a:defRPr sz="3600"/>
            </a:lvl3pPr>
            <a:lvl4pPr lvl="3" algn="r" rtl="0">
              <a:spcBef>
                <a:spcPts val="0"/>
              </a:spcBef>
              <a:spcAft>
                <a:spcPts val="0"/>
              </a:spcAft>
              <a:buSzPts val="3600"/>
              <a:buNone/>
              <a:defRPr sz="3600"/>
            </a:lvl4pPr>
            <a:lvl5pPr lvl="4" algn="r" rtl="0">
              <a:spcBef>
                <a:spcPts val="0"/>
              </a:spcBef>
              <a:spcAft>
                <a:spcPts val="0"/>
              </a:spcAft>
              <a:buSzPts val="3600"/>
              <a:buNone/>
              <a:defRPr sz="3600"/>
            </a:lvl5pPr>
            <a:lvl6pPr lvl="5" algn="r" rtl="0">
              <a:spcBef>
                <a:spcPts val="0"/>
              </a:spcBef>
              <a:spcAft>
                <a:spcPts val="0"/>
              </a:spcAft>
              <a:buSzPts val="3600"/>
              <a:buNone/>
              <a:defRPr sz="3600"/>
            </a:lvl6pPr>
            <a:lvl7pPr lvl="6" algn="r" rtl="0">
              <a:spcBef>
                <a:spcPts val="0"/>
              </a:spcBef>
              <a:spcAft>
                <a:spcPts val="0"/>
              </a:spcAft>
              <a:buSzPts val="3600"/>
              <a:buNone/>
              <a:defRPr sz="3600"/>
            </a:lvl7pPr>
            <a:lvl8pPr lvl="7" algn="r" rtl="0">
              <a:spcBef>
                <a:spcPts val="0"/>
              </a:spcBef>
              <a:spcAft>
                <a:spcPts val="0"/>
              </a:spcAft>
              <a:buSzPts val="3600"/>
              <a:buNone/>
              <a:defRPr sz="3600"/>
            </a:lvl8pPr>
            <a:lvl9pPr lvl="8" algn="r" rtl="0">
              <a:spcBef>
                <a:spcPts val="0"/>
              </a:spcBef>
              <a:spcAft>
                <a:spcPts val="0"/>
              </a:spcAft>
              <a:buSzPts val="3600"/>
              <a:buNone/>
              <a:defRPr sz="3600"/>
            </a:lvl9pPr>
          </a:lstStyle>
          <a:p>
            <a:endParaRPr/>
          </a:p>
        </p:txBody>
      </p:sp>
      <p:sp>
        <p:nvSpPr>
          <p:cNvPr id="90" name="Google Shape;90;p16"/>
          <p:cNvSpPr txBox="1">
            <a:spLocks noGrp="1"/>
          </p:cNvSpPr>
          <p:nvPr>
            <p:ph type="subTitle" idx="1"/>
          </p:nvPr>
        </p:nvSpPr>
        <p:spPr>
          <a:xfrm>
            <a:off x="4796325" y="3541675"/>
            <a:ext cx="3447900" cy="661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700"/>
              <a:buFont typeface="Montserrat Medium"/>
              <a:buNone/>
              <a:defRPr>
                <a:solidFill>
                  <a:schemeClr val="accent3"/>
                </a:solidFill>
                <a:latin typeface="Montserrat Medium"/>
                <a:ea typeface="Montserrat Medium"/>
                <a:cs typeface="Montserrat Medium"/>
                <a:sym typeface="Montserrat Medium"/>
              </a:defRPr>
            </a:lvl1pPr>
            <a:lvl2pPr lvl="1"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2pPr>
            <a:lvl3pPr lvl="2"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3pPr>
            <a:lvl4pPr lvl="3"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4pPr>
            <a:lvl5pPr lvl="4"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5pPr>
            <a:lvl6pPr lvl="5"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6pPr>
            <a:lvl7pPr lvl="6"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7pPr>
            <a:lvl8pPr lvl="7"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8pPr>
            <a:lvl9pPr lvl="8" rtl="0">
              <a:lnSpc>
                <a:spcPct val="100000"/>
              </a:lnSpc>
              <a:spcBef>
                <a:spcPts val="0"/>
              </a:spcBef>
              <a:spcAft>
                <a:spcPts val="0"/>
              </a:spcAft>
              <a:buSzPts val="1900"/>
              <a:buFont typeface="Montserrat Medium"/>
              <a:buNone/>
              <a:defRPr sz="1900">
                <a:latin typeface="Montserrat Medium"/>
                <a:ea typeface="Montserrat Medium"/>
                <a:cs typeface="Montserrat Medium"/>
                <a:sym typeface="Montserrat Medium"/>
              </a:defRPr>
            </a:lvl9pPr>
          </a:lstStyle>
          <a:p>
            <a:endParaRPr/>
          </a:p>
        </p:txBody>
      </p:sp>
      <p:sp>
        <p:nvSpPr>
          <p:cNvPr id="91" name="Google Shape;91;p16"/>
          <p:cNvSpPr txBox="1">
            <a:spLocks noGrp="1"/>
          </p:cNvSpPr>
          <p:nvPr>
            <p:ph type="title" idx="2" hasCustomPrompt="1"/>
          </p:nvPr>
        </p:nvSpPr>
        <p:spPr>
          <a:xfrm>
            <a:off x="6941625" y="2127475"/>
            <a:ext cx="1302600" cy="8472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7200">
                <a:solidFill>
                  <a:schemeClr val="accent5"/>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92" name="Google Shape;92;p16"/>
          <p:cNvSpPr/>
          <p:nvPr/>
        </p:nvSpPr>
        <p:spPr>
          <a:xfrm rot="10800000">
            <a:off x="6510000" y="0"/>
            <a:ext cx="2634000" cy="5343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16"/>
          <p:cNvSpPr/>
          <p:nvPr/>
        </p:nvSpPr>
        <p:spPr>
          <a:xfrm rot="10800000">
            <a:off x="0" y="4609200"/>
            <a:ext cx="2634000" cy="53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5">
  <p:cSld name="CUSTOM_23">
    <p:spTree>
      <p:nvGrpSpPr>
        <p:cNvPr id="1" name="Shape 94"/>
        <p:cNvGrpSpPr/>
        <p:nvPr/>
      </p:nvGrpSpPr>
      <p:grpSpPr>
        <a:xfrm>
          <a:off x="0" y="0"/>
          <a:ext cx="0" cy="0"/>
          <a:chOff x="0" y="0"/>
          <a:chExt cx="0" cy="0"/>
        </a:xfrm>
      </p:grpSpPr>
      <p:sp>
        <p:nvSpPr>
          <p:cNvPr id="95" name="Google Shape;95;p17"/>
          <p:cNvSpPr txBox="1">
            <a:spLocks noGrp="1"/>
          </p:cNvSpPr>
          <p:nvPr>
            <p:ph type="title"/>
          </p:nvPr>
        </p:nvSpPr>
        <p:spPr>
          <a:xfrm>
            <a:off x="2631000" y="2381250"/>
            <a:ext cx="3882000" cy="5670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700"/>
              <a:buNone/>
              <a:defRPr sz="3600">
                <a:solidFill>
                  <a:schemeClr val="accent1"/>
                </a:solidFill>
              </a:defRPr>
            </a:lvl1pPr>
            <a:lvl2pPr lvl="1" algn="r" rtl="0">
              <a:spcBef>
                <a:spcPts val="0"/>
              </a:spcBef>
              <a:spcAft>
                <a:spcPts val="0"/>
              </a:spcAft>
              <a:buClr>
                <a:schemeClr val="accent1"/>
              </a:buClr>
              <a:buSzPts val="3600"/>
              <a:buNone/>
              <a:defRPr sz="3600">
                <a:solidFill>
                  <a:schemeClr val="accent1"/>
                </a:solidFill>
              </a:defRPr>
            </a:lvl2pPr>
            <a:lvl3pPr lvl="2" algn="r" rtl="0">
              <a:spcBef>
                <a:spcPts val="0"/>
              </a:spcBef>
              <a:spcAft>
                <a:spcPts val="0"/>
              </a:spcAft>
              <a:buClr>
                <a:schemeClr val="accent1"/>
              </a:buClr>
              <a:buSzPts val="3600"/>
              <a:buNone/>
              <a:defRPr sz="3600">
                <a:solidFill>
                  <a:schemeClr val="accent1"/>
                </a:solidFill>
              </a:defRPr>
            </a:lvl3pPr>
            <a:lvl4pPr lvl="3" algn="r" rtl="0">
              <a:spcBef>
                <a:spcPts val="0"/>
              </a:spcBef>
              <a:spcAft>
                <a:spcPts val="0"/>
              </a:spcAft>
              <a:buClr>
                <a:schemeClr val="accent1"/>
              </a:buClr>
              <a:buSzPts val="3600"/>
              <a:buNone/>
              <a:defRPr sz="3600">
                <a:solidFill>
                  <a:schemeClr val="accent1"/>
                </a:solidFill>
              </a:defRPr>
            </a:lvl4pPr>
            <a:lvl5pPr lvl="4" algn="r" rtl="0">
              <a:spcBef>
                <a:spcPts val="0"/>
              </a:spcBef>
              <a:spcAft>
                <a:spcPts val="0"/>
              </a:spcAft>
              <a:buClr>
                <a:schemeClr val="accent1"/>
              </a:buClr>
              <a:buSzPts val="3600"/>
              <a:buNone/>
              <a:defRPr sz="3600">
                <a:solidFill>
                  <a:schemeClr val="accent1"/>
                </a:solidFill>
              </a:defRPr>
            </a:lvl5pPr>
            <a:lvl6pPr lvl="5" algn="r" rtl="0">
              <a:spcBef>
                <a:spcPts val="0"/>
              </a:spcBef>
              <a:spcAft>
                <a:spcPts val="0"/>
              </a:spcAft>
              <a:buClr>
                <a:schemeClr val="accent1"/>
              </a:buClr>
              <a:buSzPts val="3600"/>
              <a:buNone/>
              <a:defRPr sz="3600">
                <a:solidFill>
                  <a:schemeClr val="accent1"/>
                </a:solidFill>
              </a:defRPr>
            </a:lvl6pPr>
            <a:lvl7pPr lvl="6" algn="r" rtl="0">
              <a:spcBef>
                <a:spcPts val="0"/>
              </a:spcBef>
              <a:spcAft>
                <a:spcPts val="0"/>
              </a:spcAft>
              <a:buClr>
                <a:schemeClr val="accent1"/>
              </a:buClr>
              <a:buSzPts val="3600"/>
              <a:buNone/>
              <a:defRPr sz="3600">
                <a:solidFill>
                  <a:schemeClr val="accent1"/>
                </a:solidFill>
              </a:defRPr>
            </a:lvl7pPr>
            <a:lvl8pPr lvl="7" algn="r" rtl="0">
              <a:spcBef>
                <a:spcPts val="0"/>
              </a:spcBef>
              <a:spcAft>
                <a:spcPts val="0"/>
              </a:spcAft>
              <a:buClr>
                <a:schemeClr val="accent1"/>
              </a:buClr>
              <a:buSzPts val="3600"/>
              <a:buNone/>
              <a:defRPr sz="3600">
                <a:solidFill>
                  <a:schemeClr val="accent1"/>
                </a:solidFill>
              </a:defRPr>
            </a:lvl8pPr>
            <a:lvl9pPr lvl="8" algn="r" rtl="0">
              <a:spcBef>
                <a:spcPts val="0"/>
              </a:spcBef>
              <a:spcAft>
                <a:spcPts val="0"/>
              </a:spcAft>
              <a:buClr>
                <a:schemeClr val="accent1"/>
              </a:buClr>
              <a:buSzPts val="3600"/>
              <a:buNone/>
              <a:defRPr sz="3600">
                <a:solidFill>
                  <a:schemeClr val="accent1"/>
                </a:solidFill>
              </a:defRPr>
            </a:lvl9pPr>
          </a:lstStyle>
          <a:p>
            <a:endParaRPr/>
          </a:p>
        </p:txBody>
      </p:sp>
      <p:sp>
        <p:nvSpPr>
          <p:cNvPr id="96" name="Google Shape;96;p17"/>
          <p:cNvSpPr txBox="1">
            <a:spLocks noGrp="1"/>
          </p:cNvSpPr>
          <p:nvPr>
            <p:ph type="subTitle" idx="1"/>
          </p:nvPr>
        </p:nvSpPr>
        <p:spPr>
          <a:xfrm>
            <a:off x="2848050" y="2948250"/>
            <a:ext cx="3447900" cy="66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700"/>
              <a:buFont typeface="Montserrat Medium"/>
              <a:buNone/>
              <a:defRPr>
                <a:solidFill>
                  <a:schemeClr val="accent1"/>
                </a:solidFill>
                <a:latin typeface="Montserrat Medium"/>
                <a:ea typeface="Montserrat Medium"/>
                <a:cs typeface="Montserrat Medium"/>
                <a:sym typeface="Montserrat Medium"/>
              </a:defRPr>
            </a:lvl1pPr>
            <a:lvl2pPr lvl="1"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2pPr>
            <a:lvl3pPr lvl="2"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3pPr>
            <a:lvl4pPr lvl="3"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4pPr>
            <a:lvl5pPr lvl="4"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5pPr>
            <a:lvl6pPr lvl="5"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6pPr>
            <a:lvl7pPr lvl="6"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7pPr>
            <a:lvl8pPr lvl="7"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8pPr>
            <a:lvl9pPr lvl="8" rtl="0">
              <a:lnSpc>
                <a:spcPct val="100000"/>
              </a:lnSpc>
              <a:spcBef>
                <a:spcPts val="0"/>
              </a:spcBef>
              <a:spcAft>
                <a:spcPts val="0"/>
              </a:spcAft>
              <a:buClr>
                <a:schemeClr val="accent1"/>
              </a:buClr>
              <a:buSzPts val="1900"/>
              <a:buFont typeface="Montserrat Medium"/>
              <a:buNone/>
              <a:defRPr sz="1900">
                <a:solidFill>
                  <a:schemeClr val="accent1"/>
                </a:solidFill>
                <a:latin typeface="Montserrat Medium"/>
                <a:ea typeface="Montserrat Medium"/>
                <a:cs typeface="Montserrat Medium"/>
                <a:sym typeface="Montserrat Medium"/>
              </a:defRPr>
            </a:lvl9pPr>
          </a:lstStyle>
          <a:p>
            <a:endParaRPr/>
          </a:p>
        </p:txBody>
      </p:sp>
      <p:sp>
        <p:nvSpPr>
          <p:cNvPr id="97" name="Google Shape;97;p17"/>
          <p:cNvSpPr txBox="1">
            <a:spLocks noGrp="1"/>
          </p:cNvSpPr>
          <p:nvPr>
            <p:ph type="title" idx="2" hasCustomPrompt="1"/>
          </p:nvPr>
        </p:nvSpPr>
        <p:spPr>
          <a:xfrm>
            <a:off x="3920700" y="1534050"/>
            <a:ext cx="1302600" cy="847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6000"/>
              <a:buNone/>
              <a:defRPr sz="7200">
                <a:solidFill>
                  <a:schemeClr val="accent3"/>
                </a:solidFill>
              </a:defRPr>
            </a:lvl1pPr>
            <a:lvl2pPr lvl="1" algn="ctr" rtl="0">
              <a:spcBef>
                <a:spcPts val="0"/>
              </a:spcBef>
              <a:spcAft>
                <a:spcPts val="0"/>
              </a:spcAft>
              <a:buClr>
                <a:schemeClr val="accent3"/>
              </a:buClr>
              <a:buSzPts val="6000"/>
              <a:buNone/>
              <a:defRPr sz="6000">
                <a:solidFill>
                  <a:schemeClr val="accent3"/>
                </a:solidFill>
              </a:defRPr>
            </a:lvl2pPr>
            <a:lvl3pPr lvl="2" algn="ctr" rtl="0">
              <a:spcBef>
                <a:spcPts val="0"/>
              </a:spcBef>
              <a:spcAft>
                <a:spcPts val="0"/>
              </a:spcAft>
              <a:buClr>
                <a:schemeClr val="accent3"/>
              </a:buClr>
              <a:buSzPts val="6000"/>
              <a:buNone/>
              <a:defRPr sz="6000">
                <a:solidFill>
                  <a:schemeClr val="accent3"/>
                </a:solidFill>
              </a:defRPr>
            </a:lvl3pPr>
            <a:lvl4pPr lvl="3" algn="ctr" rtl="0">
              <a:spcBef>
                <a:spcPts val="0"/>
              </a:spcBef>
              <a:spcAft>
                <a:spcPts val="0"/>
              </a:spcAft>
              <a:buClr>
                <a:schemeClr val="accent3"/>
              </a:buClr>
              <a:buSzPts val="6000"/>
              <a:buNone/>
              <a:defRPr sz="6000">
                <a:solidFill>
                  <a:schemeClr val="accent3"/>
                </a:solidFill>
              </a:defRPr>
            </a:lvl4pPr>
            <a:lvl5pPr lvl="4" algn="ctr" rtl="0">
              <a:spcBef>
                <a:spcPts val="0"/>
              </a:spcBef>
              <a:spcAft>
                <a:spcPts val="0"/>
              </a:spcAft>
              <a:buClr>
                <a:schemeClr val="accent3"/>
              </a:buClr>
              <a:buSzPts val="6000"/>
              <a:buNone/>
              <a:defRPr sz="6000">
                <a:solidFill>
                  <a:schemeClr val="accent3"/>
                </a:solidFill>
              </a:defRPr>
            </a:lvl5pPr>
            <a:lvl6pPr lvl="5" algn="ctr" rtl="0">
              <a:spcBef>
                <a:spcPts val="0"/>
              </a:spcBef>
              <a:spcAft>
                <a:spcPts val="0"/>
              </a:spcAft>
              <a:buClr>
                <a:schemeClr val="accent3"/>
              </a:buClr>
              <a:buSzPts val="6000"/>
              <a:buNone/>
              <a:defRPr sz="6000">
                <a:solidFill>
                  <a:schemeClr val="accent3"/>
                </a:solidFill>
              </a:defRPr>
            </a:lvl6pPr>
            <a:lvl7pPr lvl="6" algn="ctr" rtl="0">
              <a:spcBef>
                <a:spcPts val="0"/>
              </a:spcBef>
              <a:spcAft>
                <a:spcPts val="0"/>
              </a:spcAft>
              <a:buClr>
                <a:schemeClr val="accent3"/>
              </a:buClr>
              <a:buSzPts val="6000"/>
              <a:buNone/>
              <a:defRPr sz="6000">
                <a:solidFill>
                  <a:schemeClr val="accent3"/>
                </a:solidFill>
              </a:defRPr>
            </a:lvl7pPr>
            <a:lvl8pPr lvl="7" algn="ctr" rtl="0">
              <a:spcBef>
                <a:spcPts val="0"/>
              </a:spcBef>
              <a:spcAft>
                <a:spcPts val="0"/>
              </a:spcAft>
              <a:buClr>
                <a:schemeClr val="accent3"/>
              </a:buClr>
              <a:buSzPts val="6000"/>
              <a:buNone/>
              <a:defRPr sz="6000">
                <a:solidFill>
                  <a:schemeClr val="accent3"/>
                </a:solidFill>
              </a:defRPr>
            </a:lvl8pPr>
            <a:lvl9pPr lvl="8" algn="ctr" rtl="0">
              <a:spcBef>
                <a:spcPts val="0"/>
              </a:spcBef>
              <a:spcAft>
                <a:spcPts val="0"/>
              </a:spcAft>
              <a:buClr>
                <a:schemeClr val="accent3"/>
              </a:buClr>
              <a:buSzPts val="6000"/>
              <a:buNone/>
              <a:defRPr sz="6000">
                <a:solidFill>
                  <a:schemeClr val="accent3"/>
                </a:solidFill>
              </a:defRPr>
            </a:lvl9pPr>
          </a:lstStyle>
          <a:p>
            <a:r>
              <a:t>xx%</a:t>
            </a:r>
          </a:p>
        </p:txBody>
      </p:sp>
      <p:sp>
        <p:nvSpPr>
          <p:cNvPr id="98" name="Google Shape;98;p17"/>
          <p:cNvSpPr/>
          <p:nvPr/>
        </p:nvSpPr>
        <p:spPr>
          <a:xfrm rot="10800000">
            <a:off x="7092600" y="4791475"/>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17"/>
          <p:cNvSpPr/>
          <p:nvPr/>
        </p:nvSpPr>
        <p:spPr>
          <a:xfrm rot="5400000">
            <a:off x="8328300" y="143125"/>
            <a:ext cx="10077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quote">
  <p:cSld name="CUSTOM_11">
    <p:spTree>
      <p:nvGrpSpPr>
        <p:cNvPr id="1" name="Shape 100"/>
        <p:cNvGrpSpPr/>
        <p:nvPr/>
      </p:nvGrpSpPr>
      <p:grpSpPr>
        <a:xfrm>
          <a:off x="0" y="0"/>
          <a:ext cx="0" cy="0"/>
          <a:chOff x="0" y="0"/>
          <a:chExt cx="0" cy="0"/>
        </a:xfrm>
      </p:grpSpPr>
      <p:sp>
        <p:nvSpPr>
          <p:cNvPr id="101" name="Google Shape;10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lang="en-GB"/>
          </a:p>
        </p:txBody>
      </p:sp>
      <p:sp>
        <p:nvSpPr>
          <p:cNvPr id="102" name="Google Shape;102;p18"/>
          <p:cNvSpPr txBox="1">
            <a:spLocks noGrp="1"/>
          </p:cNvSpPr>
          <p:nvPr>
            <p:ph type="title"/>
          </p:nvPr>
        </p:nvSpPr>
        <p:spPr>
          <a:xfrm>
            <a:off x="1385250" y="3175325"/>
            <a:ext cx="4002900" cy="584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4"/>
              </a:buClr>
              <a:buSzPts val="2800"/>
              <a:buNone/>
              <a:defRPr sz="2600" b="0">
                <a:solidFill>
                  <a:schemeClr val="accent4"/>
                </a:solidFill>
                <a:latin typeface="Playfair Display Medium"/>
                <a:ea typeface="Playfair Display Medium"/>
                <a:cs typeface="Playfair Display Medium"/>
                <a:sym typeface="Playfair Display Medium"/>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03" name="Google Shape;103;p18"/>
          <p:cNvSpPr txBox="1">
            <a:spLocks noGrp="1"/>
          </p:cNvSpPr>
          <p:nvPr>
            <p:ph type="title" idx="2"/>
          </p:nvPr>
        </p:nvSpPr>
        <p:spPr>
          <a:xfrm>
            <a:off x="1385250" y="1146300"/>
            <a:ext cx="4242900" cy="20880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3"/>
              </a:buClr>
              <a:buSzPts val="2800"/>
              <a:buNone/>
              <a:defRPr sz="2300" b="0">
                <a:solidFill>
                  <a:schemeClr val="accent3"/>
                </a:solidFill>
                <a:latin typeface="Montserrat"/>
                <a:ea typeface="Montserrat"/>
                <a:cs typeface="Montserrat"/>
                <a:sym typeface="Montserrat"/>
              </a:defRPr>
            </a:lvl1pPr>
            <a:lvl2pPr lvl="1">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2pPr>
            <a:lvl3pPr lvl="2">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3pPr>
            <a:lvl4pPr lvl="3">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4pPr>
            <a:lvl5pPr lvl="4">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5pPr>
            <a:lvl6pPr lvl="5">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6pPr>
            <a:lvl7pPr lvl="6">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7pPr>
            <a:lvl8pPr lvl="7">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8pPr>
            <a:lvl9pPr lvl="8">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9pPr>
          </a:lstStyle>
          <a:p>
            <a:endParaRPr/>
          </a:p>
        </p:txBody>
      </p:sp>
      <p:sp>
        <p:nvSpPr>
          <p:cNvPr id="104" name="Google Shape;104;p18"/>
          <p:cNvSpPr/>
          <p:nvPr/>
        </p:nvSpPr>
        <p:spPr>
          <a:xfrm rot="10800000">
            <a:off x="0" y="4791475"/>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8"/>
          <p:cNvSpPr/>
          <p:nvPr/>
        </p:nvSpPr>
        <p:spPr>
          <a:xfrm rot="5400000">
            <a:off x="7185900" y="1234081"/>
            <a:ext cx="31896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Quote 1">
  <p:cSld name="CUSTOM_30">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4094100" y="3158625"/>
            <a:ext cx="4002900" cy="485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4"/>
              </a:buClr>
              <a:buSzPts val="2800"/>
              <a:buNone/>
              <a:defRPr sz="2100">
                <a:solidFill>
                  <a:schemeClr val="accent4"/>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08" name="Google Shape;108;p19"/>
          <p:cNvSpPr txBox="1">
            <a:spLocks noGrp="1"/>
          </p:cNvSpPr>
          <p:nvPr>
            <p:ph type="title" idx="2"/>
          </p:nvPr>
        </p:nvSpPr>
        <p:spPr>
          <a:xfrm>
            <a:off x="3769350" y="1499175"/>
            <a:ext cx="4652400" cy="1659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800"/>
              <a:buNone/>
              <a:defRPr sz="2300" b="0">
                <a:solidFill>
                  <a:schemeClr val="accent3"/>
                </a:solidFill>
                <a:latin typeface="Montserrat"/>
                <a:ea typeface="Montserrat"/>
                <a:cs typeface="Montserrat"/>
                <a:sym typeface="Montserrat"/>
              </a:defRPr>
            </a:lvl1pPr>
            <a:lvl2pPr lvl="1"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2pPr>
            <a:lvl3pPr lvl="2"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3pPr>
            <a:lvl4pPr lvl="3"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4pPr>
            <a:lvl5pPr lvl="4"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5pPr>
            <a:lvl6pPr lvl="5"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6pPr>
            <a:lvl7pPr lvl="6"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7pPr>
            <a:lvl8pPr lvl="7"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8pPr>
            <a:lvl9pPr lvl="8" rtl="0">
              <a:spcBef>
                <a:spcPts val="0"/>
              </a:spcBef>
              <a:spcAft>
                <a:spcPts val="0"/>
              </a:spcAft>
              <a:buClr>
                <a:schemeClr val="accent3"/>
              </a:buClr>
              <a:buSzPts val="2800"/>
              <a:buFont typeface="Playfair Display"/>
              <a:buNone/>
              <a:defRPr>
                <a:solidFill>
                  <a:schemeClr val="accent3"/>
                </a:solidFill>
                <a:latin typeface="Playfair Display"/>
                <a:ea typeface="Playfair Display"/>
                <a:cs typeface="Playfair Display"/>
                <a:sym typeface="Playfair Display"/>
              </a:defRPr>
            </a:lvl9pPr>
          </a:lstStyle>
          <a:p>
            <a:endParaRPr/>
          </a:p>
        </p:txBody>
      </p:sp>
      <p:sp>
        <p:nvSpPr>
          <p:cNvPr id="109" name="Google Shape;109;p19"/>
          <p:cNvSpPr/>
          <p:nvPr/>
        </p:nvSpPr>
        <p:spPr>
          <a:xfrm>
            <a:off x="7089900" y="-119"/>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9"/>
          <p:cNvSpPr/>
          <p:nvPr/>
        </p:nvSpPr>
        <p:spPr>
          <a:xfrm rot="-5400000">
            <a:off x="-1234200" y="3187975"/>
            <a:ext cx="31896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11"/>
        <p:cNvGrpSpPr/>
        <p:nvPr/>
      </p:nvGrpSpPr>
      <p:grpSpPr>
        <a:xfrm>
          <a:off x="0" y="0"/>
          <a:ext cx="0" cy="0"/>
          <a:chOff x="0" y="0"/>
          <a:chExt cx="0" cy="0"/>
        </a:xfrm>
      </p:grpSpPr>
      <p:sp>
        <p:nvSpPr>
          <p:cNvPr id="112" name="Google Shape;112;p20"/>
          <p:cNvSpPr/>
          <p:nvPr/>
        </p:nvSpPr>
        <p:spPr>
          <a:xfrm>
            <a:off x="0" y="1295400"/>
            <a:ext cx="3771900" cy="327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20"/>
          <p:cNvSpPr txBox="1">
            <a:spLocks noGrp="1"/>
          </p:cNvSpPr>
          <p:nvPr>
            <p:ph type="title"/>
          </p:nvPr>
        </p:nvSpPr>
        <p:spPr>
          <a:xfrm>
            <a:off x="723975" y="1597200"/>
            <a:ext cx="2286000" cy="3747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2800"/>
              <a:buNone/>
              <a:defRPr>
                <a:solidFill>
                  <a:schemeClr val="accent3"/>
                </a:solidFill>
              </a:defRPr>
            </a:lvl1pPr>
            <a:lvl2pPr lvl="1">
              <a:spcBef>
                <a:spcPts val="0"/>
              </a:spcBef>
              <a:spcAft>
                <a:spcPts val="0"/>
              </a:spcAft>
              <a:buClr>
                <a:schemeClr val="accent3"/>
              </a:buClr>
              <a:buSzPts val="2800"/>
              <a:buNone/>
              <a:defRPr>
                <a:solidFill>
                  <a:schemeClr val="accent3"/>
                </a:solidFill>
                <a:latin typeface="Quicksand"/>
                <a:ea typeface="Quicksand"/>
                <a:cs typeface="Quicksand"/>
                <a:sym typeface="Quicksand"/>
              </a:defRPr>
            </a:lvl2pPr>
            <a:lvl3pPr lvl="2">
              <a:spcBef>
                <a:spcPts val="0"/>
              </a:spcBef>
              <a:spcAft>
                <a:spcPts val="0"/>
              </a:spcAft>
              <a:buClr>
                <a:schemeClr val="accent3"/>
              </a:buClr>
              <a:buSzPts val="2800"/>
              <a:buNone/>
              <a:defRPr>
                <a:solidFill>
                  <a:schemeClr val="accent3"/>
                </a:solidFill>
                <a:latin typeface="Quicksand"/>
                <a:ea typeface="Quicksand"/>
                <a:cs typeface="Quicksand"/>
                <a:sym typeface="Quicksand"/>
              </a:defRPr>
            </a:lvl3pPr>
            <a:lvl4pPr lvl="3">
              <a:spcBef>
                <a:spcPts val="0"/>
              </a:spcBef>
              <a:spcAft>
                <a:spcPts val="0"/>
              </a:spcAft>
              <a:buClr>
                <a:schemeClr val="accent3"/>
              </a:buClr>
              <a:buSzPts val="2800"/>
              <a:buNone/>
              <a:defRPr>
                <a:solidFill>
                  <a:schemeClr val="accent3"/>
                </a:solidFill>
                <a:latin typeface="Quicksand"/>
                <a:ea typeface="Quicksand"/>
                <a:cs typeface="Quicksand"/>
                <a:sym typeface="Quicksand"/>
              </a:defRPr>
            </a:lvl4pPr>
            <a:lvl5pPr lvl="4">
              <a:spcBef>
                <a:spcPts val="0"/>
              </a:spcBef>
              <a:spcAft>
                <a:spcPts val="0"/>
              </a:spcAft>
              <a:buClr>
                <a:schemeClr val="accent3"/>
              </a:buClr>
              <a:buSzPts val="2800"/>
              <a:buNone/>
              <a:defRPr>
                <a:solidFill>
                  <a:schemeClr val="accent3"/>
                </a:solidFill>
                <a:latin typeface="Quicksand"/>
                <a:ea typeface="Quicksand"/>
                <a:cs typeface="Quicksand"/>
                <a:sym typeface="Quicksand"/>
              </a:defRPr>
            </a:lvl5pPr>
            <a:lvl6pPr lvl="5">
              <a:spcBef>
                <a:spcPts val="0"/>
              </a:spcBef>
              <a:spcAft>
                <a:spcPts val="0"/>
              </a:spcAft>
              <a:buClr>
                <a:schemeClr val="accent3"/>
              </a:buClr>
              <a:buSzPts val="2800"/>
              <a:buNone/>
              <a:defRPr>
                <a:solidFill>
                  <a:schemeClr val="accent3"/>
                </a:solidFill>
                <a:latin typeface="Quicksand"/>
                <a:ea typeface="Quicksand"/>
                <a:cs typeface="Quicksand"/>
                <a:sym typeface="Quicksand"/>
              </a:defRPr>
            </a:lvl6pPr>
            <a:lvl7pPr lvl="6">
              <a:spcBef>
                <a:spcPts val="0"/>
              </a:spcBef>
              <a:spcAft>
                <a:spcPts val="0"/>
              </a:spcAft>
              <a:buClr>
                <a:schemeClr val="accent3"/>
              </a:buClr>
              <a:buSzPts val="2800"/>
              <a:buNone/>
              <a:defRPr>
                <a:solidFill>
                  <a:schemeClr val="accent3"/>
                </a:solidFill>
                <a:latin typeface="Quicksand"/>
                <a:ea typeface="Quicksand"/>
                <a:cs typeface="Quicksand"/>
                <a:sym typeface="Quicksand"/>
              </a:defRPr>
            </a:lvl7pPr>
            <a:lvl8pPr lvl="7">
              <a:spcBef>
                <a:spcPts val="0"/>
              </a:spcBef>
              <a:spcAft>
                <a:spcPts val="0"/>
              </a:spcAft>
              <a:buClr>
                <a:schemeClr val="accent3"/>
              </a:buClr>
              <a:buSzPts val="2800"/>
              <a:buNone/>
              <a:defRPr>
                <a:solidFill>
                  <a:schemeClr val="accent3"/>
                </a:solidFill>
                <a:latin typeface="Quicksand"/>
                <a:ea typeface="Quicksand"/>
                <a:cs typeface="Quicksand"/>
                <a:sym typeface="Quicksand"/>
              </a:defRPr>
            </a:lvl8pPr>
            <a:lvl9pPr lvl="8">
              <a:spcBef>
                <a:spcPts val="0"/>
              </a:spcBef>
              <a:spcAft>
                <a:spcPts val="0"/>
              </a:spcAft>
              <a:buClr>
                <a:schemeClr val="accent3"/>
              </a:buClr>
              <a:buSzPts val="2800"/>
              <a:buNone/>
              <a:defRPr>
                <a:solidFill>
                  <a:schemeClr val="accent3"/>
                </a:solidFill>
                <a:latin typeface="Quicksand"/>
                <a:ea typeface="Quicksand"/>
                <a:cs typeface="Quicksand"/>
                <a:sym typeface="Quicksand"/>
              </a:defRPr>
            </a:lvl9pPr>
          </a:lstStyle>
          <a:p>
            <a:endParaRPr/>
          </a:p>
        </p:txBody>
      </p:sp>
      <p:sp>
        <p:nvSpPr>
          <p:cNvPr id="114" name="Google Shape;114;p20"/>
          <p:cNvSpPr txBox="1">
            <a:spLocks noGrp="1"/>
          </p:cNvSpPr>
          <p:nvPr>
            <p:ph type="body" idx="1"/>
          </p:nvPr>
        </p:nvSpPr>
        <p:spPr>
          <a:xfrm>
            <a:off x="704925" y="2225850"/>
            <a:ext cx="2705100" cy="11208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rgbClr val="000000"/>
              </a:buClr>
              <a:buSzPts val="1400"/>
              <a:buChar char="●"/>
              <a:defRPr sz="1400">
                <a:solidFill>
                  <a:srgbClr val="000000"/>
                </a:solidFill>
              </a:defRPr>
            </a:lvl1pPr>
            <a:lvl2pPr marL="914400" lvl="1" indent="-317500">
              <a:spcBef>
                <a:spcPts val="1600"/>
              </a:spcBef>
              <a:spcAft>
                <a:spcPts val="0"/>
              </a:spcAft>
              <a:buClr>
                <a:srgbClr val="000000"/>
              </a:buClr>
              <a:buSzPts val="1400"/>
              <a:buChar char="○"/>
              <a:defRPr>
                <a:solidFill>
                  <a:srgbClr val="000000"/>
                </a:solidFill>
              </a:defRPr>
            </a:lvl2pPr>
            <a:lvl3pPr marL="1371600" lvl="2" indent="-317500">
              <a:spcBef>
                <a:spcPts val="1600"/>
              </a:spcBef>
              <a:spcAft>
                <a:spcPts val="0"/>
              </a:spcAft>
              <a:buClr>
                <a:srgbClr val="000000"/>
              </a:buClr>
              <a:buSzPts val="1400"/>
              <a:buChar char="■"/>
              <a:defRPr>
                <a:solidFill>
                  <a:srgbClr val="000000"/>
                </a:solidFill>
              </a:defRPr>
            </a:lvl3pPr>
            <a:lvl4pPr marL="1828800" lvl="3" indent="-317500">
              <a:spcBef>
                <a:spcPts val="1600"/>
              </a:spcBef>
              <a:spcAft>
                <a:spcPts val="0"/>
              </a:spcAft>
              <a:buClr>
                <a:srgbClr val="000000"/>
              </a:buClr>
              <a:buSzPts val="1400"/>
              <a:buChar char="●"/>
              <a:defRPr>
                <a:solidFill>
                  <a:srgbClr val="000000"/>
                </a:solidFill>
              </a:defRPr>
            </a:lvl4pPr>
            <a:lvl5pPr marL="2286000" lvl="4" indent="-317500">
              <a:spcBef>
                <a:spcPts val="1600"/>
              </a:spcBef>
              <a:spcAft>
                <a:spcPts val="0"/>
              </a:spcAft>
              <a:buClr>
                <a:srgbClr val="000000"/>
              </a:buClr>
              <a:buSzPts val="1400"/>
              <a:buChar char="○"/>
              <a:defRPr>
                <a:solidFill>
                  <a:srgbClr val="000000"/>
                </a:solidFill>
              </a:defRPr>
            </a:lvl5pPr>
            <a:lvl6pPr marL="2743200" lvl="5" indent="-317500">
              <a:spcBef>
                <a:spcPts val="1600"/>
              </a:spcBef>
              <a:spcAft>
                <a:spcPts val="0"/>
              </a:spcAft>
              <a:buClr>
                <a:srgbClr val="000000"/>
              </a:buClr>
              <a:buSzPts val="1400"/>
              <a:buChar char="■"/>
              <a:defRPr>
                <a:solidFill>
                  <a:srgbClr val="000000"/>
                </a:solidFill>
              </a:defRPr>
            </a:lvl6pPr>
            <a:lvl7pPr marL="3200400" lvl="6" indent="-317500">
              <a:spcBef>
                <a:spcPts val="1600"/>
              </a:spcBef>
              <a:spcAft>
                <a:spcPts val="0"/>
              </a:spcAft>
              <a:buClr>
                <a:srgbClr val="000000"/>
              </a:buClr>
              <a:buSzPts val="1400"/>
              <a:buChar char="●"/>
              <a:defRPr>
                <a:solidFill>
                  <a:srgbClr val="000000"/>
                </a:solidFill>
              </a:defRPr>
            </a:lvl7pPr>
            <a:lvl8pPr marL="3657600" lvl="7" indent="-317500">
              <a:spcBef>
                <a:spcPts val="1600"/>
              </a:spcBef>
              <a:spcAft>
                <a:spcPts val="0"/>
              </a:spcAft>
              <a:buClr>
                <a:srgbClr val="000000"/>
              </a:buClr>
              <a:buSzPts val="1400"/>
              <a:buChar char="○"/>
              <a:defRPr>
                <a:solidFill>
                  <a:srgbClr val="000000"/>
                </a:solidFill>
              </a:defRPr>
            </a:lvl8pPr>
            <a:lvl9pPr marL="4114800" lvl="8" indent="-317500">
              <a:spcBef>
                <a:spcPts val="1600"/>
              </a:spcBef>
              <a:spcAft>
                <a:spcPts val="1600"/>
              </a:spcAft>
              <a:buClr>
                <a:srgbClr val="000000"/>
              </a:buClr>
              <a:buSzPts val="1400"/>
              <a:buChar char="■"/>
              <a:defRPr>
                <a:solidFill>
                  <a:srgbClr val="000000"/>
                </a:solidFill>
              </a:defRPr>
            </a:lvl9pPr>
          </a:lstStyle>
          <a:p>
            <a:endParaRPr/>
          </a:p>
        </p:txBody>
      </p:sp>
      <p:sp>
        <p:nvSpPr>
          <p:cNvPr id="115" name="Google Shape;115;p20"/>
          <p:cNvSpPr/>
          <p:nvPr/>
        </p:nvSpPr>
        <p:spPr>
          <a:xfrm rot="5400000">
            <a:off x="2742975" y="3755250"/>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0"/>
          <p:cNvSpPr/>
          <p:nvPr/>
        </p:nvSpPr>
        <p:spPr>
          <a:xfrm rot="10800000">
            <a:off x="7092600" y="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CUSTOM_45">
    <p:spTree>
      <p:nvGrpSpPr>
        <p:cNvPr id="1" name="Shape 117"/>
        <p:cNvGrpSpPr/>
        <p:nvPr/>
      </p:nvGrpSpPr>
      <p:grpSpPr>
        <a:xfrm>
          <a:off x="0" y="0"/>
          <a:ext cx="0" cy="0"/>
          <a:chOff x="0" y="0"/>
          <a:chExt cx="0" cy="0"/>
        </a:xfrm>
      </p:grpSpPr>
      <p:sp>
        <p:nvSpPr>
          <p:cNvPr id="118" name="Google Shape;118;p21"/>
          <p:cNvSpPr txBox="1">
            <a:spLocks noGrp="1"/>
          </p:cNvSpPr>
          <p:nvPr>
            <p:ph type="subTitle" idx="1"/>
          </p:nvPr>
        </p:nvSpPr>
        <p:spPr>
          <a:xfrm>
            <a:off x="764813" y="2571700"/>
            <a:ext cx="4084800" cy="942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19" name="Google Shape;119;p21"/>
          <p:cNvSpPr txBox="1">
            <a:spLocks noGrp="1"/>
          </p:cNvSpPr>
          <p:nvPr>
            <p:ph type="title"/>
          </p:nvPr>
        </p:nvSpPr>
        <p:spPr>
          <a:xfrm>
            <a:off x="768788" y="1629800"/>
            <a:ext cx="4084800" cy="942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2pPr>
            <a:lvl3pPr lvl="2"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3pPr>
            <a:lvl4pPr lvl="3"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4pPr>
            <a:lvl5pPr lvl="4"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5pPr>
            <a:lvl6pPr lvl="5"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6pPr>
            <a:lvl7pPr lvl="6"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7pPr>
            <a:lvl8pPr lvl="7"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8pPr>
            <a:lvl9pPr lvl="8"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9pPr>
          </a:lstStyle>
          <a:p>
            <a:endParaRPr/>
          </a:p>
        </p:txBody>
      </p:sp>
      <p:sp>
        <p:nvSpPr>
          <p:cNvPr id="120" name="Google Shape;120;p21"/>
          <p:cNvSpPr/>
          <p:nvPr/>
        </p:nvSpPr>
        <p:spPr>
          <a:xfrm rot="10800000">
            <a:off x="-13725" y="4791600"/>
            <a:ext cx="31836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2">
  <p:cSld name="CUSTOM_1">
    <p:spTree>
      <p:nvGrpSpPr>
        <p:cNvPr id="1" name="Shape 121"/>
        <p:cNvGrpSpPr/>
        <p:nvPr/>
      </p:nvGrpSpPr>
      <p:grpSpPr>
        <a:xfrm>
          <a:off x="0" y="0"/>
          <a:ext cx="0" cy="0"/>
          <a:chOff x="0" y="0"/>
          <a:chExt cx="0" cy="0"/>
        </a:xfrm>
      </p:grpSpPr>
      <p:sp>
        <p:nvSpPr>
          <p:cNvPr id="122" name="Google Shape;122;p22"/>
          <p:cNvSpPr/>
          <p:nvPr/>
        </p:nvSpPr>
        <p:spPr>
          <a:xfrm>
            <a:off x="5372100" y="543000"/>
            <a:ext cx="3771900" cy="3273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2"/>
          <p:cNvSpPr txBox="1">
            <a:spLocks noGrp="1"/>
          </p:cNvSpPr>
          <p:nvPr>
            <p:ph type="title"/>
          </p:nvPr>
        </p:nvSpPr>
        <p:spPr>
          <a:xfrm>
            <a:off x="6115050" y="1143000"/>
            <a:ext cx="2286000" cy="374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3"/>
              </a:buClr>
              <a:buSzPts val="2800"/>
              <a:buNone/>
              <a:defRPr>
                <a:solidFill>
                  <a:schemeClr val="accent3"/>
                </a:solidFill>
              </a:defRPr>
            </a:lvl1pPr>
            <a:lvl2pPr lvl="1" algn="r" rtl="0">
              <a:spcBef>
                <a:spcPts val="0"/>
              </a:spcBef>
              <a:spcAft>
                <a:spcPts val="0"/>
              </a:spcAft>
              <a:buSzPts val="2800"/>
              <a:buNone/>
              <a:defRPr>
                <a:latin typeface="Quicksand"/>
                <a:ea typeface="Quicksand"/>
                <a:cs typeface="Quicksand"/>
                <a:sym typeface="Quicksand"/>
              </a:defRPr>
            </a:lvl2pPr>
            <a:lvl3pPr lvl="2" algn="r" rtl="0">
              <a:spcBef>
                <a:spcPts val="0"/>
              </a:spcBef>
              <a:spcAft>
                <a:spcPts val="0"/>
              </a:spcAft>
              <a:buSzPts val="2800"/>
              <a:buNone/>
              <a:defRPr>
                <a:latin typeface="Quicksand"/>
                <a:ea typeface="Quicksand"/>
                <a:cs typeface="Quicksand"/>
                <a:sym typeface="Quicksand"/>
              </a:defRPr>
            </a:lvl3pPr>
            <a:lvl4pPr lvl="3" algn="r" rtl="0">
              <a:spcBef>
                <a:spcPts val="0"/>
              </a:spcBef>
              <a:spcAft>
                <a:spcPts val="0"/>
              </a:spcAft>
              <a:buSzPts val="2800"/>
              <a:buNone/>
              <a:defRPr>
                <a:latin typeface="Quicksand"/>
                <a:ea typeface="Quicksand"/>
                <a:cs typeface="Quicksand"/>
                <a:sym typeface="Quicksand"/>
              </a:defRPr>
            </a:lvl4pPr>
            <a:lvl5pPr lvl="4" algn="r" rtl="0">
              <a:spcBef>
                <a:spcPts val="0"/>
              </a:spcBef>
              <a:spcAft>
                <a:spcPts val="0"/>
              </a:spcAft>
              <a:buSzPts val="2800"/>
              <a:buNone/>
              <a:defRPr>
                <a:latin typeface="Quicksand"/>
                <a:ea typeface="Quicksand"/>
                <a:cs typeface="Quicksand"/>
                <a:sym typeface="Quicksand"/>
              </a:defRPr>
            </a:lvl5pPr>
            <a:lvl6pPr lvl="5" algn="r" rtl="0">
              <a:spcBef>
                <a:spcPts val="0"/>
              </a:spcBef>
              <a:spcAft>
                <a:spcPts val="0"/>
              </a:spcAft>
              <a:buSzPts val="2800"/>
              <a:buNone/>
              <a:defRPr>
                <a:latin typeface="Quicksand"/>
                <a:ea typeface="Quicksand"/>
                <a:cs typeface="Quicksand"/>
                <a:sym typeface="Quicksand"/>
              </a:defRPr>
            </a:lvl6pPr>
            <a:lvl7pPr lvl="6" algn="r" rtl="0">
              <a:spcBef>
                <a:spcPts val="0"/>
              </a:spcBef>
              <a:spcAft>
                <a:spcPts val="0"/>
              </a:spcAft>
              <a:buSzPts val="2800"/>
              <a:buNone/>
              <a:defRPr>
                <a:latin typeface="Quicksand"/>
                <a:ea typeface="Quicksand"/>
                <a:cs typeface="Quicksand"/>
                <a:sym typeface="Quicksand"/>
              </a:defRPr>
            </a:lvl7pPr>
            <a:lvl8pPr lvl="7" algn="r" rtl="0">
              <a:spcBef>
                <a:spcPts val="0"/>
              </a:spcBef>
              <a:spcAft>
                <a:spcPts val="0"/>
              </a:spcAft>
              <a:buSzPts val="2800"/>
              <a:buNone/>
              <a:defRPr>
                <a:latin typeface="Quicksand"/>
                <a:ea typeface="Quicksand"/>
                <a:cs typeface="Quicksand"/>
                <a:sym typeface="Quicksand"/>
              </a:defRPr>
            </a:lvl8pPr>
            <a:lvl9pPr lvl="8" algn="r" rtl="0">
              <a:spcBef>
                <a:spcPts val="0"/>
              </a:spcBef>
              <a:spcAft>
                <a:spcPts val="0"/>
              </a:spcAft>
              <a:buSzPts val="2800"/>
              <a:buNone/>
              <a:defRPr>
                <a:latin typeface="Quicksand"/>
                <a:ea typeface="Quicksand"/>
                <a:cs typeface="Quicksand"/>
                <a:sym typeface="Quicksand"/>
              </a:defRPr>
            </a:lvl9pPr>
          </a:lstStyle>
          <a:p>
            <a:endParaRPr/>
          </a:p>
        </p:txBody>
      </p:sp>
      <p:sp>
        <p:nvSpPr>
          <p:cNvPr id="124" name="Google Shape;124;p22"/>
          <p:cNvSpPr txBox="1">
            <a:spLocks noGrp="1"/>
          </p:cNvSpPr>
          <p:nvPr>
            <p:ph type="body" idx="1"/>
          </p:nvPr>
        </p:nvSpPr>
        <p:spPr>
          <a:xfrm>
            <a:off x="5715000" y="1771650"/>
            <a:ext cx="2705100" cy="1120800"/>
          </a:xfrm>
          <a:prstGeom prst="rect">
            <a:avLst/>
          </a:prstGeom>
        </p:spPr>
        <p:txBody>
          <a:bodyPr spcFirstLastPara="1" wrap="square" lIns="91425" tIns="91425" rIns="91425" bIns="91425" anchor="t" anchorCtr="0">
            <a:noAutofit/>
          </a:bodyPr>
          <a:lstStyle>
            <a:lvl1pPr marL="457200" lvl="0" indent="-317500" algn="r" rtl="0">
              <a:spcBef>
                <a:spcPts val="0"/>
              </a:spcBef>
              <a:spcAft>
                <a:spcPts val="0"/>
              </a:spcAft>
              <a:buClr>
                <a:srgbClr val="000000"/>
              </a:buClr>
              <a:buSzPts val="1400"/>
              <a:buChar char="●"/>
              <a:defRPr sz="1400">
                <a:solidFill>
                  <a:srgbClr val="000000"/>
                </a:solidFill>
              </a:defRPr>
            </a:lvl1pPr>
            <a:lvl2pPr marL="914400" lvl="1" indent="-317500" algn="r" rtl="0">
              <a:spcBef>
                <a:spcPts val="1600"/>
              </a:spcBef>
              <a:spcAft>
                <a:spcPts val="0"/>
              </a:spcAft>
              <a:buClr>
                <a:srgbClr val="000000"/>
              </a:buClr>
              <a:buSzPts val="1400"/>
              <a:buChar char="○"/>
              <a:defRPr>
                <a:solidFill>
                  <a:srgbClr val="000000"/>
                </a:solidFill>
              </a:defRPr>
            </a:lvl2pPr>
            <a:lvl3pPr marL="1371600" lvl="2" indent="-317500" algn="r" rtl="0">
              <a:spcBef>
                <a:spcPts val="1600"/>
              </a:spcBef>
              <a:spcAft>
                <a:spcPts val="0"/>
              </a:spcAft>
              <a:buClr>
                <a:srgbClr val="000000"/>
              </a:buClr>
              <a:buSzPts val="1400"/>
              <a:buChar char="■"/>
              <a:defRPr>
                <a:solidFill>
                  <a:srgbClr val="000000"/>
                </a:solidFill>
              </a:defRPr>
            </a:lvl3pPr>
            <a:lvl4pPr marL="1828800" lvl="3" indent="-317500" algn="r" rtl="0">
              <a:spcBef>
                <a:spcPts val="1600"/>
              </a:spcBef>
              <a:spcAft>
                <a:spcPts val="0"/>
              </a:spcAft>
              <a:buClr>
                <a:srgbClr val="000000"/>
              </a:buClr>
              <a:buSzPts val="1400"/>
              <a:buChar char="●"/>
              <a:defRPr>
                <a:solidFill>
                  <a:srgbClr val="000000"/>
                </a:solidFill>
              </a:defRPr>
            </a:lvl4pPr>
            <a:lvl5pPr marL="2286000" lvl="4" indent="-317500" algn="r" rtl="0">
              <a:spcBef>
                <a:spcPts val="1600"/>
              </a:spcBef>
              <a:spcAft>
                <a:spcPts val="0"/>
              </a:spcAft>
              <a:buClr>
                <a:srgbClr val="000000"/>
              </a:buClr>
              <a:buSzPts val="1400"/>
              <a:buChar char="○"/>
              <a:defRPr>
                <a:solidFill>
                  <a:srgbClr val="000000"/>
                </a:solidFill>
              </a:defRPr>
            </a:lvl5pPr>
            <a:lvl6pPr marL="2743200" lvl="5" indent="-317500" algn="r" rtl="0">
              <a:spcBef>
                <a:spcPts val="1600"/>
              </a:spcBef>
              <a:spcAft>
                <a:spcPts val="0"/>
              </a:spcAft>
              <a:buClr>
                <a:srgbClr val="000000"/>
              </a:buClr>
              <a:buSzPts val="1400"/>
              <a:buChar char="■"/>
              <a:defRPr>
                <a:solidFill>
                  <a:srgbClr val="000000"/>
                </a:solidFill>
              </a:defRPr>
            </a:lvl6pPr>
            <a:lvl7pPr marL="3200400" lvl="6" indent="-317500" algn="r" rtl="0">
              <a:spcBef>
                <a:spcPts val="1600"/>
              </a:spcBef>
              <a:spcAft>
                <a:spcPts val="0"/>
              </a:spcAft>
              <a:buClr>
                <a:srgbClr val="000000"/>
              </a:buClr>
              <a:buSzPts val="1400"/>
              <a:buChar char="●"/>
              <a:defRPr>
                <a:solidFill>
                  <a:srgbClr val="000000"/>
                </a:solidFill>
              </a:defRPr>
            </a:lvl7pPr>
            <a:lvl8pPr marL="3657600" lvl="7" indent="-317500" algn="r" rtl="0">
              <a:spcBef>
                <a:spcPts val="1600"/>
              </a:spcBef>
              <a:spcAft>
                <a:spcPts val="0"/>
              </a:spcAft>
              <a:buClr>
                <a:srgbClr val="000000"/>
              </a:buClr>
              <a:buSzPts val="1400"/>
              <a:buChar char="○"/>
              <a:defRPr>
                <a:solidFill>
                  <a:srgbClr val="000000"/>
                </a:solidFill>
              </a:defRPr>
            </a:lvl8pPr>
            <a:lvl9pPr marL="4114800" lvl="8" indent="-317500" algn="r" rtl="0">
              <a:spcBef>
                <a:spcPts val="1600"/>
              </a:spcBef>
              <a:spcAft>
                <a:spcPts val="1600"/>
              </a:spcAft>
              <a:buClr>
                <a:srgbClr val="000000"/>
              </a:buClr>
              <a:buSzPts val="1400"/>
              <a:buChar char="■"/>
              <a:defRPr>
                <a:solidFill>
                  <a:srgbClr val="000000"/>
                </a:solidFill>
              </a:defRPr>
            </a:lvl9pPr>
          </a:lstStyle>
          <a:p>
            <a:endParaRPr/>
          </a:p>
        </p:txBody>
      </p:sp>
      <p:sp>
        <p:nvSpPr>
          <p:cNvPr id="125" name="Google Shape;125;p22"/>
          <p:cNvSpPr/>
          <p:nvPr/>
        </p:nvSpPr>
        <p:spPr>
          <a:xfrm rot="10800000">
            <a:off x="4316925" y="0"/>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2"/>
          <p:cNvSpPr/>
          <p:nvPr/>
        </p:nvSpPr>
        <p:spPr>
          <a:xfrm rot="5400000">
            <a:off x="-856675" y="394185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4">
  <p:cSld name="CUSTOM_28">
    <p:spTree>
      <p:nvGrpSpPr>
        <p:cNvPr id="1" name="Shape 127"/>
        <p:cNvGrpSpPr/>
        <p:nvPr/>
      </p:nvGrpSpPr>
      <p:grpSpPr>
        <a:xfrm>
          <a:off x="0" y="0"/>
          <a:ext cx="0" cy="0"/>
          <a:chOff x="0" y="0"/>
          <a:chExt cx="0" cy="0"/>
        </a:xfrm>
      </p:grpSpPr>
      <p:sp>
        <p:nvSpPr>
          <p:cNvPr id="128" name="Google Shape;128;p23"/>
          <p:cNvSpPr txBox="1">
            <a:spLocks noGrp="1"/>
          </p:cNvSpPr>
          <p:nvPr>
            <p:ph type="subTitle" idx="1"/>
          </p:nvPr>
        </p:nvSpPr>
        <p:spPr>
          <a:xfrm>
            <a:off x="1377038" y="2416200"/>
            <a:ext cx="4084800" cy="85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9" name="Google Shape;129;p23"/>
          <p:cNvSpPr txBox="1">
            <a:spLocks noGrp="1"/>
          </p:cNvSpPr>
          <p:nvPr>
            <p:ph type="title"/>
          </p:nvPr>
        </p:nvSpPr>
        <p:spPr>
          <a:xfrm>
            <a:off x="1381013" y="1876800"/>
            <a:ext cx="4084800" cy="539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3"/>
              </a:buClr>
              <a:buSzPts val="2800"/>
              <a:buNone/>
              <a:defRPr>
                <a:solidFill>
                  <a:schemeClr val="accent3"/>
                </a:solidFill>
              </a:defRPr>
            </a:lvl1pPr>
            <a:lvl2pPr lvl="1"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2pPr>
            <a:lvl3pPr lvl="2"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3pPr>
            <a:lvl4pPr lvl="3"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4pPr>
            <a:lvl5pPr lvl="4"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5pPr>
            <a:lvl6pPr lvl="5"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6pPr>
            <a:lvl7pPr lvl="6"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7pPr>
            <a:lvl8pPr lvl="7"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8pPr>
            <a:lvl9pPr lvl="8"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9pPr>
          </a:lstStyle>
          <a:p>
            <a:endParaRPr/>
          </a:p>
        </p:txBody>
      </p:sp>
      <p:sp>
        <p:nvSpPr>
          <p:cNvPr id="130" name="Google Shape;130;p23"/>
          <p:cNvSpPr/>
          <p:nvPr/>
        </p:nvSpPr>
        <p:spPr>
          <a:xfrm>
            <a:off x="2651250" y="-125"/>
            <a:ext cx="64926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3"/>
          <p:cNvSpPr/>
          <p:nvPr/>
        </p:nvSpPr>
        <p:spPr>
          <a:xfrm>
            <a:off x="0" y="4422300"/>
            <a:ext cx="31896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5">
  <p:cSld name="CUSTOM_35">
    <p:spTree>
      <p:nvGrpSpPr>
        <p:cNvPr id="1" name="Shape 132"/>
        <p:cNvGrpSpPr/>
        <p:nvPr/>
      </p:nvGrpSpPr>
      <p:grpSpPr>
        <a:xfrm>
          <a:off x="0" y="0"/>
          <a:ext cx="0" cy="0"/>
          <a:chOff x="0" y="0"/>
          <a:chExt cx="0" cy="0"/>
        </a:xfrm>
      </p:grpSpPr>
      <p:sp>
        <p:nvSpPr>
          <p:cNvPr id="133" name="Google Shape;133;p24"/>
          <p:cNvSpPr txBox="1">
            <a:spLocks noGrp="1"/>
          </p:cNvSpPr>
          <p:nvPr>
            <p:ph type="subTitle" idx="1"/>
          </p:nvPr>
        </p:nvSpPr>
        <p:spPr>
          <a:xfrm>
            <a:off x="1090975" y="1891963"/>
            <a:ext cx="3672000" cy="1899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Char char="●"/>
              <a:defRPr sz="1400"/>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
        <p:nvSpPr>
          <p:cNvPr id="134" name="Google Shape;134;p24"/>
          <p:cNvSpPr txBox="1">
            <a:spLocks noGrp="1"/>
          </p:cNvSpPr>
          <p:nvPr>
            <p:ph type="title"/>
          </p:nvPr>
        </p:nvSpPr>
        <p:spPr>
          <a:xfrm>
            <a:off x="1094537" y="1352563"/>
            <a:ext cx="3672000" cy="539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3"/>
              </a:buClr>
              <a:buSzPts val="2800"/>
              <a:buNone/>
              <a:defRPr>
                <a:solidFill>
                  <a:schemeClr val="accent3"/>
                </a:solidFill>
              </a:defRPr>
            </a:lvl1pPr>
            <a:lvl2pPr lvl="1"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2pPr>
            <a:lvl3pPr lvl="2"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3pPr>
            <a:lvl4pPr lvl="3"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4pPr>
            <a:lvl5pPr lvl="4"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5pPr>
            <a:lvl6pPr lvl="5"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6pPr>
            <a:lvl7pPr lvl="6"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7pPr>
            <a:lvl8pPr lvl="7"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8pPr>
            <a:lvl9pPr lvl="8" algn="ctr"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6">
  <p:cSld name="CUSTOM_39">
    <p:spTree>
      <p:nvGrpSpPr>
        <p:cNvPr id="1" name="Shape 135"/>
        <p:cNvGrpSpPr/>
        <p:nvPr/>
      </p:nvGrpSpPr>
      <p:grpSpPr>
        <a:xfrm>
          <a:off x="0" y="0"/>
          <a:ext cx="0" cy="0"/>
          <a:chOff x="0" y="0"/>
          <a:chExt cx="0" cy="0"/>
        </a:xfrm>
      </p:grpSpPr>
      <p:sp>
        <p:nvSpPr>
          <p:cNvPr id="136" name="Google Shape;136;p25"/>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37" name="Google Shape;137;p25"/>
          <p:cNvSpPr txBox="1">
            <a:spLocks noGrp="1"/>
          </p:cNvSpPr>
          <p:nvPr>
            <p:ph type="title" idx="2"/>
          </p:nvPr>
        </p:nvSpPr>
        <p:spPr>
          <a:xfrm>
            <a:off x="737400" y="1033275"/>
            <a:ext cx="3834600" cy="353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Char char="●"/>
              <a:defRPr sz="1400" b="0">
                <a:latin typeface="Montserrat"/>
                <a:ea typeface="Montserrat"/>
                <a:cs typeface="Montserrat"/>
                <a:sym typeface="Montserrat"/>
              </a:defRPr>
            </a:lvl1pPr>
            <a:lvl2pPr lvl="1" rtl="0">
              <a:spcBef>
                <a:spcPts val="0"/>
              </a:spcBef>
              <a:spcAft>
                <a:spcPts val="0"/>
              </a:spcAft>
              <a:buSzPts val="1400"/>
              <a:buFont typeface="Montserrat"/>
              <a:buChar char="○"/>
              <a:defRPr sz="1400">
                <a:latin typeface="Montserrat"/>
                <a:ea typeface="Montserrat"/>
                <a:cs typeface="Montserrat"/>
                <a:sym typeface="Montserrat"/>
              </a:defRPr>
            </a:lvl2pPr>
            <a:lvl3pPr lvl="2" rtl="0">
              <a:spcBef>
                <a:spcPts val="0"/>
              </a:spcBef>
              <a:spcAft>
                <a:spcPts val="0"/>
              </a:spcAft>
              <a:buSzPts val="1400"/>
              <a:buFont typeface="Montserrat"/>
              <a:buChar char="■"/>
              <a:defRPr sz="1400">
                <a:latin typeface="Montserrat"/>
                <a:ea typeface="Montserrat"/>
                <a:cs typeface="Montserrat"/>
                <a:sym typeface="Montserrat"/>
              </a:defRPr>
            </a:lvl3pPr>
            <a:lvl4pPr lvl="3" rtl="0">
              <a:spcBef>
                <a:spcPts val="0"/>
              </a:spcBef>
              <a:spcAft>
                <a:spcPts val="0"/>
              </a:spcAft>
              <a:buSzPts val="1400"/>
              <a:buFont typeface="Montserrat"/>
              <a:buChar char="●"/>
              <a:defRPr sz="1400">
                <a:latin typeface="Montserrat"/>
                <a:ea typeface="Montserrat"/>
                <a:cs typeface="Montserrat"/>
                <a:sym typeface="Montserrat"/>
              </a:defRPr>
            </a:lvl4pPr>
            <a:lvl5pPr lvl="4" rtl="0">
              <a:spcBef>
                <a:spcPts val="0"/>
              </a:spcBef>
              <a:spcAft>
                <a:spcPts val="0"/>
              </a:spcAft>
              <a:buSzPts val="1400"/>
              <a:buFont typeface="Montserrat"/>
              <a:buChar char="○"/>
              <a:defRPr sz="1400">
                <a:latin typeface="Montserrat"/>
                <a:ea typeface="Montserrat"/>
                <a:cs typeface="Montserrat"/>
                <a:sym typeface="Montserrat"/>
              </a:defRPr>
            </a:lvl5pPr>
            <a:lvl6pPr lvl="5" rtl="0">
              <a:spcBef>
                <a:spcPts val="0"/>
              </a:spcBef>
              <a:spcAft>
                <a:spcPts val="0"/>
              </a:spcAft>
              <a:buSzPts val="1400"/>
              <a:buFont typeface="Montserrat"/>
              <a:buChar char="■"/>
              <a:defRPr sz="1400">
                <a:latin typeface="Montserrat"/>
                <a:ea typeface="Montserrat"/>
                <a:cs typeface="Montserrat"/>
                <a:sym typeface="Montserrat"/>
              </a:defRPr>
            </a:lvl6pPr>
            <a:lvl7pPr lvl="6" rtl="0">
              <a:spcBef>
                <a:spcPts val="0"/>
              </a:spcBef>
              <a:spcAft>
                <a:spcPts val="0"/>
              </a:spcAft>
              <a:buSzPts val="1400"/>
              <a:buFont typeface="Montserrat"/>
              <a:buChar char="●"/>
              <a:defRPr sz="1400">
                <a:latin typeface="Montserrat"/>
                <a:ea typeface="Montserrat"/>
                <a:cs typeface="Montserrat"/>
                <a:sym typeface="Montserrat"/>
              </a:defRPr>
            </a:lvl7pPr>
            <a:lvl8pPr lvl="7" rtl="0">
              <a:spcBef>
                <a:spcPts val="0"/>
              </a:spcBef>
              <a:spcAft>
                <a:spcPts val="0"/>
              </a:spcAft>
              <a:buSzPts val="1400"/>
              <a:buFont typeface="Montserrat"/>
              <a:buChar char="○"/>
              <a:defRPr sz="1400">
                <a:latin typeface="Montserrat"/>
                <a:ea typeface="Montserrat"/>
                <a:cs typeface="Montserrat"/>
                <a:sym typeface="Montserrat"/>
              </a:defRPr>
            </a:lvl8pPr>
            <a:lvl9pPr lvl="8" rtl="0">
              <a:spcBef>
                <a:spcPts val="0"/>
              </a:spcBef>
              <a:spcAft>
                <a:spcPts val="0"/>
              </a:spcAft>
              <a:buSzPts val="1400"/>
              <a:buFont typeface="Montserrat"/>
              <a:buChar char="■"/>
              <a:defRPr sz="1400">
                <a:latin typeface="Montserrat"/>
                <a:ea typeface="Montserrat"/>
                <a:cs typeface="Montserrat"/>
                <a:sym typeface="Montserrat"/>
              </a:defRPr>
            </a:lvl9pPr>
          </a:lstStyle>
          <a:p>
            <a:endParaRPr/>
          </a:p>
        </p:txBody>
      </p:sp>
      <p:sp>
        <p:nvSpPr>
          <p:cNvPr id="138" name="Google Shape;138;p25"/>
          <p:cNvSpPr/>
          <p:nvPr/>
        </p:nvSpPr>
        <p:spPr>
          <a:xfrm rot="5400000">
            <a:off x="7753050" y="667050"/>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5"/>
          <p:cNvSpPr/>
          <p:nvPr/>
        </p:nvSpPr>
        <p:spPr>
          <a:xfrm rot="10800000">
            <a:off x="-12" y="4791600"/>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7">
  <p:cSld name="CUSTOM_40">
    <p:spTree>
      <p:nvGrpSpPr>
        <p:cNvPr id="1" name="Shape 140"/>
        <p:cNvGrpSpPr/>
        <p:nvPr/>
      </p:nvGrpSpPr>
      <p:grpSpPr>
        <a:xfrm>
          <a:off x="0" y="0"/>
          <a:ext cx="0" cy="0"/>
          <a:chOff x="0" y="0"/>
          <a:chExt cx="0" cy="0"/>
        </a:xfrm>
      </p:grpSpPr>
      <p:sp>
        <p:nvSpPr>
          <p:cNvPr id="141" name="Google Shape;141;p26"/>
          <p:cNvSpPr txBox="1">
            <a:spLocks noGrp="1"/>
          </p:cNvSpPr>
          <p:nvPr>
            <p:ph type="subTitle" idx="1"/>
          </p:nvPr>
        </p:nvSpPr>
        <p:spPr>
          <a:xfrm>
            <a:off x="814425" y="2212950"/>
            <a:ext cx="4084800" cy="1289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42" name="Google Shape;142;p26"/>
          <p:cNvSpPr txBox="1">
            <a:spLocks noGrp="1"/>
          </p:cNvSpPr>
          <p:nvPr>
            <p:ph type="title"/>
          </p:nvPr>
        </p:nvSpPr>
        <p:spPr>
          <a:xfrm>
            <a:off x="814425" y="1641450"/>
            <a:ext cx="4084800" cy="571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3"/>
              </a:buClr>
              <a:buSzPts val="2800"/>
              <a:buNone/>
              <a:defRPr sz="3200">
                <a:solidFill>
                  <a:schemeClr val="accent3"/>
                </a:solidFill>
              </a:defRPr>
            </a:lvl1pPr>
            <a:lvl2pPr lvl="1"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2pPr>
            <a:lvl3pPr lvl="2"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3pPr>
            <a:lvl4pPr lvl="3"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4pPr>
            <a:lvl5pPr lvl="4"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5pPr>
            <a:lvl6pPr lvl="5"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6pPr>
            <a:lvl7pPr lvl="6"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7pPr>
            <a:lvl8pPr lvl="7"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8pPr>
            <a:lvl9pPr lvl="8" rtl="0">
              <a:spcBef>
                <a:spcPts val="0"/>
              </a:spcBef>
              <a:spcAft>
                <a:spcPts val="0"/>
              </a:spcAft>
              <a:buClr>
                <a:schemeClr val="accent3"/>
              </a:buClr>
              <a:buSzPts val="2800"/>
              <a:buNone/>
              <a:defRPr>
                <a:solidFill>
                  <a:schemeClr val="accent3"/>
                </a:solidFill>
                <a:latin typeface="Quicksand"/>
                <a:ea typeface="Quicksand"/>
                <a:cs typeface="Quicksand"/>
                <a:sym typeface="Quicksand"/>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ext 8">
  <p:cSld name="CUSTOM_43">
    <p:spTree>
      <p:nvGrpSpPr>
        <p:cNvPr id="1" name="Shape 143"/>
        <p:cNvGrpSpPr/>
        <p:nvPr/>
      </p:nvGrpSpPr>
      <p:grpSpPr>
        <a:xfrm>
          <a:off x="0" y="0"/>
          <a:ext cx="0" cy="0"/>
          <a:chOff x="0" y="0"/>
          <a:chExt cx="0" cy="0"/>
        </a:xfrm>
      </p:grpSpPr>
      <p:sp>
        <p:nvSpPr>
          <p:cNvPr id="144" name="Google Shape;144;p27"/>
          <p:cNvSpPr txBox="1">
            <a:spLocks noGrp="1"/>
          </p:cNvSpPr>
          <p:nvPr>
            <p:ph type="subTitle" idx="1"/>
          </p:nvPr>
        </p:nvSpPr>
        <p:spPr>
          <a:xfrm>
            <a:off x="1586250" y="3356050"/>
            <a:ext cx="5971500" cy="1038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2"/>
              </a:buClr>
              <a:buSzPts val="1800"/>
              <a:buNone/>
              <a:defRPr>
                <a:solidFill>
                  <a:schemeClr val="accent2"/>
                </a:solidFill>
              </a:defRPr>
            </a:lvl1pPr>
            <a:lvl2pPr lvl="1" algn="ctr" rtl="0">
              <a:lnSpc>
                <a:spcPct val="100000"/>
              </a:lnSpc>
              <a:spcBef>
                <a:spcPts val="0"/>
              </a:spcBef>
              <a:spcAft>
                <a:spcPts val="0"/>
              </a:spcAft>
              <a:buClr>
                <a:schemeClr val="accent2"/>
              </a:buClr>
              <a:buSzPts val="1400"/>
              <a:buNone/>
              <a:defRPr>
                <a:solidFill>
                  <a:schemeClr val="accent2"/>
                </a:solidFill>
              </a:defRPr>
            </a:lvl2pPr>
            <a:lvl3pPr lvl="2" algn="ctr" rtl="0">
              <a:lnSpc>
                <a:spcPct val="100000"/>
              </a:lnSpc>
              <a:spcBef>
                <a:spcPts val="0"/>
              </a:spcBef>
              <a:spcAft>
                <a:spcPts val="0"/>
              </a:spcAft>
              <a:buClr>
                <a:schemeClr val="accent2"/>
              </a:buClr>
              <a:buSzPts val="1400"/>
              <a:buNone/>
              <a:defRPr>
                <a:solidFill>
                  <a:schemeClr val="accent2"/>
                </a:solidFill>
              </a:defRPr>
            </a:lvl3pPr>
            <a:lvl4pPr lvl="3" algn="ctr" rtl="0">
              <a:lnSpc>
                <a:spcPct val="100000"/>
              </a:lnSpc>
              <a:spcBef>
                <a:spcPts val="0"/>
              </a:spcBef>
              <a:spcAft>
                <a:spcPts val="0"/>
              </a:spcAft>
              <a:buClr>
                <a:schemeClr val="accent2"/>
              </a:buClr>
              <a:buSzPts val="1400"/>
              <a:buNone/>
              <a:defRPr>
                <a:solidFill>
                  <a:schemeClr val="accent2"/>
                </a:solidFill>
              </a:defRPr>
            </a:lvl4pPr>
            <a:lvl5pPr lvl="4" algn="ctr" rtl="0">
              <a:lnSpc>
                <a:spcPct val="100000"/>
              </a:lnSpc>
              <a:spcBef>
                <a:spcPts val="0"/>
              </a:spcBef>
              <a:spcAft>
                <a:spcPts val="0"/>
              </a:spcAft>
              <a:buClr>
                <a:schemeClr val="accent2"/>
              </a:buClr>
              <a:buSzPts val="1400"/>
              <a:buNone/>
              <a:defRPr>
                <a:solidFill>
                  <a:schemeClr val="accent2"/>
                </a:solidFill>
              </a:defRPr>
            </a:lvl5pPr>
            <a:lvl6pPr lvl="5" algn="ctr" rtl="0">
              <a:lnSpc>
                <a:spcPct val="100000"/>
              </a:lnSpc>
              <a:spcBef>
                <a:spcPts val="0"/>
              </a:spcBef>
              <a:spcAft>
                <a:spcPts val="0"/>
              </a:spcAft>
              <a:buClr>
                <a:schemeClr val="accent2"/>
              </a:buClr>
              <a:buSzPts val="1400"/>
              <a:buNone/>
              <a:defRPr>
                <a:solidFill>
                  <a:schemeClr val="accent2"/>
                </a:solidFill>
              </a:defRPr>
            </a:lvl6pPr>
            <a:lvl7pPr lvl="6" algn="ctr" rtl="0">
              <a:lnSpc>
                <a:spcPct val="100000"/>
              </a:lnSpc>
              <a:spcBef>
                <a:spcPts val="0"/>
              </a:spcBef>
              <a:spcAft>
                <a:spcPts val="0"/>
              </a:spcAft>
              <a:buClr>
                <a:schemeClr val="accent2"/>
              </a:buClr>
              <a:buSzPts val="1400"/>
              <a:buNone/>
              <a:defRPr>
                <a:solidFill>
                  <a:schemeClr val="accent2"/>
                </a:solidFill>
              </a:defRPr>
            </a:lvl7pPr>
            <a:lvl8pPr lvl="7" algn="ctr" rtl="0">
              <a:lnSpc>
                <a:spcPct val="100000"/>
              </a:lnSpc>
              <a:spcBef>
                <a:spcPts val="0"/>
              </a:spcBef>
              <a:spcAft>
                <a:spcPts val="0"/>
              </a:spcAft>
              <a:buClr>
                <a:schemeClr val="accent2"/>
              </a:buClr>
              <a:buSzPts val="1400"/>
              <a:buNone/>
              <a:defRPr>
                <a:solidFill>
                  <a:schemeClr val="accent2"/>
                </a:solidFill>
              </a:defRPr>
            </a:lvl8pPr>
            <a:lvl9pPr lvl="8" algn="ctr" rtl="0">
              <a:lnSpc>
                <a:spcPct val="100000"/>
              </a:lnSpc>
              <a:spcBef>
                <a:spcPts val="0"/>
              </a:spcBef>
              <a:spcAft>
                <a:spcPts val="0"/>
              </a:spcAft>
              <a:buClr>
                <a:schemeClr val="accent2"/>
              </a:buClr>
              <a:buSzPts val="1400"/>
              <a:buNone/>
              <a:defRPr>
                <a:solidFill>
                  <a:schemeClr val="accent2"/>
                </a:solidFill>
              </a:defRPr>
            </a:lvl9pPr>
          </a:lstStyle>
          <a:p>
            <a:endParaRPr/>
          </a:p>
        </p:txBody>
      </p:sp>
      <p:sp>
        <p:nvSpPr>
          <p:cNvPr id="145" name="Google Shape;145;p27"/>
          <p:cNvSpPr txBox="1">
            <a:spLocks noGrp="1"/>
          </p:cNvSpPr>
          <p:nvPr>
            <p:ph type="title"/>
          </p:nvPr>
        </p:nvSpPr>
        <p:spPr>
          <a:xfrm>
            <a:off x="2529600" y="2784550"/>
            <a:ext cx="4084800" cy="5715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2"/>
              </a:buClr>
              <a:buSzPts val="2800"/>
              <a:buNone/>
              <a:defRPr sz="3200">
                <a:solidFill>
                  <a:schemeClr val="accent2"/>
                </a:solidFill>
              </a:defRPr>
            </a:lvl1pPr>
            <a:lvl2pPr lvl="1"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2pPr>
            <a:lvl3pPr lvl="2"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3pPr>
            <a:lvl4pPr lvl="3"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4pPr>
            <a:lvl5pPr lvl="4"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5pPr>
            <a:lvl6pPr lvl="5"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6pPr>
            <a:lvl7pPr lvl="6"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7pPr>
            <a:lvl8pPr lvl="7"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8pPr>
            <a:lvl9pPr lvl="8" rtl="0">
              <a:spcBef>
                <a:spcPts val="0"/>
              </a:spcBef>
              <a:spcAft>
                <a:spcPts val="0"/>
              </a:spcAft>
              <a:buClr>
                <a:schemeClr val="accent2"/>
              </a:buClr>
              <a:buSzPts val="2800"/>
              <a:buNone/>
              <a:defRPr>
                <a:solidFill>
                  <a:schemeClr val="accent2"/>
                </a:solidFill>
                <a:latin typeface="Quicksand"/>
                <a:ea typeface="Quicksand"/>
                <a:cs typeface="Quicksand"/>
                <a:sym typeface="Quicksand"/>
              </a:defRPr>
            </a:lvl9pPr>
          </a:lstStyle>
          <a:p>
            <a:endParaRPr/>
          </a:p>
        </p:txBody>
      </p:sp>
      <p:sp>
        <p:nvSpPr>
          <p:cNvPr id="146" name="Google Shape;146;p27"/>
          <p:cNvSpPr/>
          <p:nvPr/>
        </p:nvSpPr>
        <p:spPr>
          <a:xfrm rot="5400000">
            <a:off x="-143250" y="143238"/>
            <a:ext cx="1007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ext 9">
  <p:cSld name="CUSTOM_44">
    <p:spTree>
      <p:nvGrpSpPr>
        <p:cNvPr id="1" name="Shape 147"/>
        <p:cNvGrpSpPr/>
        <p:nvPr/>
      </p:nvGrpSpPr>
      <p:grpSpPr>
        <a:xfrm>
          <a:off x="0" y="0"/>
          <a:ext cx="0" cy="0"/>
          <a:chOff x="0" y="0"/>
          <a:chExt cx="0" cy="0"/>
        </a:xfrm>
      </p:grpSpPr>
      <p:sp>
        <p:nvSpPr>
          <p:cNvPr id="148" name="Google Shape;148;p28"/>
          <p:cNvSpPr txBox="1">
            <a:spLocks noGrp="1"/>
          </p:cNvSpPr>
          <p:nvPr>
            <p:ph type="body" idx="1"/>
          </p:nvPr>
        </p:nvSpPr>
        <p:spPr>
          <a:xfrm>
            <a:off x="721950" y="1662150"/>
            <a:ext cx="4180200" cy="2403600"/>
          </a:xfrm>
          <a:prstGeom prst="rect">
            <a:avLst/>
          </a:prstGeom>
        </p:spPr>
        <p:txBody>
          <a:bodyPr spcFirstLastPara="1" wrap="square" lIns="91425" tIns="91425" rIns="91425" bIns="91425" anchor="ctr" anchorCtr="0">
            <a:noAutofit/>
          </a:bodyPr>
          <a:lstStyle>
            <a:lvl1pPr marL="457200" lvl="0" indent="-317500" rtl="0">
              <a:lnSpc>
                <a:spcPct val="100000"/>
              </a:lnSpc>
              <a:spcBef>
                <a:spcPts val="0"/>
              </a:spcBef>
              <a:spcAft>
                <a:spcPts val="0"/>
              </a:spcAft>
              <a:buClr>
                <a:srgbClr val="434343"/>
              </a:buClr>
              <a:buSzPts val="1400"/>
              <a:buChar char="●"/>
              <a:defRPr sz="1400">
                <a:solidFill>
                  <a:srgbClr val="434343"/>
                </a:solidFill>
              </a:defRPr>
            </a:lvl1pPr>
            <a:lvl2pPr marL="914400" lvl="1" indent="-317500" rtl="0">
              <a:lnSpc>
                <a:spcPct val="115000"/>
              </a:lnSpc>
              <a:spcBef>
                <a:spcPts val="0"/>
              </a:spcBef>
              <a:spcAft>
                <a:spcPts val="0"/>
              </a:spcAft>
              <a:buClr>
                <a:srgbClr val="434343"/>
              </a:buClr>
              <a:buSzPts val="1400"/>
              <a:buChar char="○"/>
              <a:defRPr>
                <a:solidFill>
                  <a:srgbClr val="434343"/>
                </a:solidFill>
              </a:defRPr>
            </a:lvl2pPr>
            <a:lvl3pPr marL="1371600" lvl="2" indent="-317500" rtl="0">
              <a:lnSpc>
                <a:spcPct val="115000"/>
              </a:lnSpc>
              <a:spcBef>
                <a:spcPts val="0"/>
              </a:spcBef>
              <a:spcAft>
                <a:spcPts val="0"/>
              </a:spcAft>
              <a:buClr>
                <a:srgbClr val="434343"/>
              </a:buClr>
              <a:buSzPts val="1400"/>
              <a:buChar char="■"/>
              <a:defRPr>
                <a:solidFill>
                  <a:srgbClr val="434343"/>
                </a:solidFill>
              </a:defRPr>
            </a:lvl3pPr>
            <a:lvl4pPr marL="1828800" lvl="3" indent="-317500" rtl="0">
              <a:lnSpc>
                <a:spcPct val="115000"/>
              </a:lnSpc>
              <a:spcBef>
                <a:spcPts val="0"/>
              </a:spcBef>
              <a:spcAft>
                <a:spcPts val="0"/>
              </a:spcAft>
              <a:buClr>
                <a:srgbClr val="434343"/>
              </a:buClr>
              <a:buSzPts val="1400"/>
              <a:buChar char="●"/>
              <a:defRPr>
                <a:solidFill>
                  <a:srgbClr val="434343"/>
                </a:solidFill>
              </a:defRPr>
            </a:lvl4pPr>
            <a:lvl5pPr marL="2286000" lvl="4" indent="-317500" rtl="0">
              <a:lnSpc>
                <a:spcPct val="115000"/>
              </a:lnSpc>
              <a:spcBef>
                <a:spcPts val="0"/>
              </a:spcBef>
              <a:spcAft>
                <a:spcPts val="0"/>
              </a:spcAft>
              <a:buClr>
                <a:srgbClr val="434343"/>
              </a:buClr>
              <a:buSzPts val="1400"/>
              <a:buChar char="○"/>
              <a:defRPr>
                <a:solidFill>
                  <a:srgbClr val="434343"/>
                </a:solidFill>
              </a:defRPr>
            </a:lvl5pPr>
            <a:lvl6pPr marL="2743200" lvl="5" indent="-317500" rtl="0">
              <a:lnSpc>
                <a:spcPct val="115000"/>
              </a:lnSpc>
              <a:spcBef>
                <a:spcPts val="0"/>
              </a:spcBef>
              <a:spcAft>
                <a:spcPts val="0"/>
              </a:spcAft>
              <a:buClr>
                <a:srgbClr val="434343"/>
              </a:buClr>
              <a:buSzPts val="1400"/>
              <a:buChar char="■"/>
              <a:defRPr>
                <a:solidFill>
                  <a:srgbClr val="434343"/>
                </a:solidFill>
              </a:defRPr>
            </a:lvl6pPr>
            <a:lvl7pPr marL="3200400" lvl="6" indent="-317500" rtl="0">
              <a:lnSpc>
                <a:spcPct val="115000"/>
              </a:lnSpc>
              <a:spcBef>
                <a:spcPts val="0"/>
              </a:spcBef>
              <a:spcAft>
                <a:spcPts val="0"/>
              </a:spcAft>
              <a:buClr>
                <a:srgbClr val="434343"/>
              </a:buClr>
              <a:buSzPts val="1400"/>
              <a:buChar char="●"/>
              <a:defRPr>
                <a:solidFill>
                  <a:srgbClr val="434343"/>
                </a:solidFill>
              </a:defRPr>
            </a:lvl7pPr>
            <a:lvl8pPr marL="3657600" lvl="7" indent="-317500" rtl="0">
              <a:lnSpc>
                <a:spcPct val="115000"/>
              </a:lnSpc>
              <a:spcBef>
                <a:spcPts val="0"/>
              </a:spcBef>
              <a:spcAft>
                <a:spcPts val="0"/>
              </a:spcAft>
              <a:buClr>
                <a:srgbClr val="434343"/>
              </a:buClr>
              <a:buSzPts val="1400"/>
              <a:buChar char="○"/>
              <a:defRPr>
                <a:solidFill>
                  <a:srgbClr val="434343"/>
                </a:solidFill>
              </a:defRPr>
            </a:lvl8pPr>
            <a:lvl9pPr marL="4114800" lvl="8" indent="-317500" rtl="0">
              <a:lnSpc>
                <a:spcPct val="115000"/>
              </a:lnSpc>
              <a:spcBef>
                <a:spcPts val="0"/>
              </a:spcBef>
              <a:spcAft>
                <a:spcPts val="0"/>
              </a:spcAft>
              <a:buClr>
                <a:srgbClr val="434343"/>
              </a:buClr>
              <a:buSzPts val="1400"/>
              <a:buChar char="■"/>
              <a:defRPr>
                <a:solidFill>
                  <a:srgbClr val="434343"/>
                </a:solidFill>
              </a:defRPr>
            </a:lvl9pPr>
          </a:lstStyle>
          <a:p>
            <a:endParaRPr/>
          </a:p>
        </p:txBody>
      </p:sp>
      <p:sp>
        <p:nvSpPr>
          <p:cNvPr id="149" name="Google Shape;149;p28"/>
          <p:cNvSpPr txBox="1">
            <a:spLocks noGrp="1"/>
          </p:cNvSpPr>
          <p:nvPr>
            <p:ph type="title"/>
          </p:nvPr>
        </p:nvSpPr>
        <p:spPr>
          <a:xfrm>
            <a:off x="725925" y="1077750"/>
            <a:ext cx="4180200" cy="584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50" name="Google Shape;150;p28"/>
          <p:cNvSpPr/>
          <p:nvPr/>
        </p:nvSpPr>
        <p:spPr>
          <a:xfrm rot="10800000">
            <a:off x="2257425" y="4422300"/>
            <a:ext cx="3023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able of contents">
  <p:cSld name="CUSTOM_2">
    <p:spTree>
      <p:nvGrpSpPr>
        <p:cNvPr id="1" name="Shape 151"/>
        <p:cNvGrpSpPr/>
        <p:nvPr/>
      </p:nvGrpSpPr>
      <p:grpSpPr>
        <a:xfrm>
          <a:off x="0" y="0"/>
          <a:ext cx="0" cy="0"/>
          <a:chOff x="0" y="0"/>
          <a:chExt cx="0" cy="0"/>
        </a:xfrm>
      </p:grpSpPr>
      <p:sp>
        <p:nvSpPr>
          <p:cNvPr id="152" name="Google Shape;152;p29"/>
          <p:cNvSpPr txBox="1">
            <a:spLocks noGrp="1"/>
          </p:cNvSpPr>
          <p:nvPr>
            <p:ph type="title"/>
          </p:nvPr>
        </p:nvSpPr>
        <p:spPr>
          <a:xfrm>
            <a:off x="723975" y="361950"/>
            <a:ext cx="8520600" cy="584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53" name="Google Shape;153;p29"/>
          <p:cNvSpPr txBox="1">
            <a:spLocks noGrp="1"/>
          </p:cNvSpPr>
          <p:nvPr>
            <p:ph type="title" idx="2" hasCustomPrompt="1"/>
          </p:nvPr>
        </p:nvSpPr>
        <p:spPr>
          <a:xfrm>
            <a:off x="723975" y="1471400"/>
            <a:ext cx="1136400" cy="687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5"/>
              </a:buClr>
              <a:buSzPts val="6000"/>
              <a:buNone/>
              <a:defRPr sz="60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54" name="Google Shape;154;p29"/>
          <p:cNvSpPr txBox="1">
            <a:spLocks noGrp="1"/>
          </p:cNvSpPr>
          <p:nvPr>
            <p:ph type="title" idx="3"/>
          </p:nvPr>
        </p:nvSpPr>
        <p:spPr>
          <a:xfrm>
            <a:off x="1741350" y="1137900"/>
            <a:ext cx="2715300" cy="584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55" name="Google Shape;155;p29"/>
          <p:cNvSpPr txBox="1">
            <a:spLocks noGrp="1"/>
          </p:cNvSpPr>
          <p:nvPr>
            <p:ph type="title" idx="4"/>
          </p:nvPr>
        </p:nvSpPr>
        <p:spPr>
          <a:xfrm>
            <a:off x="1741350" y="1522850"/>
            <a:ext cx="2472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56" name="Google Shape;156;p29"/>
          <p:cNvSpPr txBox="1">
            <a:spLocks noGrp="1"/>
          </p:cNvSpPr>
          <p:nvPr>
            <p:ph type="title" idx="5" hasCustomPrompt="1"/>
          </p:nvPr>
        </p:nvSpPr>
        <p:spPr>
          <a:xfrm>
            <a:off x="723975" y="2698375"/>
            <a:ext cx="1136400" cy="687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5"/>
              </a:buClr>
              <a:buSzPts val="6000"/>
              <a:buNone/>
              <a:defRPr sz="60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57" name="Google Shape;157;p29"/>
          <p:cNvSpPr txBox="1">
            <a:spLocks noGrp="1"/>
          </p:cNvSpPr>
          <p:nvPr>
            <p:ph type="title" idx="6"/>
          </p:nvPr>
        </p:nvSpPr>
        <p:spPr>
          <a:xfrm>
            <a:off x="1741350" y="2364875"/>
            <a:ext cx="2715300" cy="584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58" name="Google Shape;158;p29"/>
          <p:cNvSpPr txBox="1">
            <a:spLocks noGrp="1"/>
          </p:cNvSpPr>
          <p:nvPr>
            <p:ph type="title" idx="7"/>
          </p:nvPr>
        </p:nvSpPr>
        <p:spPr>
          <a:xfrm>
            <a:off x="1741350" y="2749825"/>
            <a:ext cx="2472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59" name="Google Shape;159;p29"/>
          <p:cNvSpPr txBox="1">
            <a:spLocks noGrp="1"/>
          </p:cNvSpPr>
          <p:nvPr>
            <p:ph type="title" idx="8" hasCustomPrompt="1"/>
          </p:nvPr>
        </p:nvSpPr>
        <p:spPr>
          <a:xfrm>
            <a:off x="723975" y="3925350"/>
            <a:ext cx="1136400" cy="687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5"/>
              </a:buClr>
              <a:buSzPts val="6000"/>
              <a:buNone/>
              <a:defRPr sz="60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0" name="Google Shape;160;p29"/>
          <p:cNvSpPr txBox="1">
            <a:spLocks noGrp="1"/>
          </p:cNvSpPr>
          <p:nvPr>
            <p:ph type="title" idx="9"/>
          </p:nvPr>
        </p:nvSpPr>
        <p:spPr>
          <a:xfrm>
            <a:off x="1741350" y="3591850"/>
            <a:ext cx="2715300" cy="584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61" name="Google Shape;161;p29"/>
          <p:cNvSpPr txBox="1">
            <a:spLocks noGrp="1"/>
          </p:cNvSpPr>
          <p:nvPr>
            <p:ph type="title" idx="13"/>
          </p:nvPr>
        </p:nvSpPr>
        <p:spPr>
          <a:xfrm>
            <a:off x="1741350" y="3976800"/>
            <a:ext cx="2472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62" name="Google Shape;162;p29"/>
          <p:cNvSpPr txBox="1">
            <a:spLocks noGrp="1"/>
          </p:cNvSpPr>
          <p:nvPr>
            <p:ph type="title" idx="14" hasCustomPrompt="1"/>
          </p:nvPr>
        </p:nvSpPr>
        <p:spPr>
          <a:xfrm>
            <a:off x="4950075" y="1471400"/>
            <a:ext cx="1136400" cy="687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5"/>
              </a:buClr>
              <a:buSzPts val="6000"/>
              <a:buNone/>
              <a:defRPr sz="60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3" name="Google Shape;163;p29"/>
          <p:cNvSpPr txBox="1">
            <a:spLocks noGrp="1"/>
          </p:cNvSpPr>
          <p:nvPr>
            <p:ph type="title" idx="15"/>
          </p:nvPr>
        </p:nvSpPr>
        <p:spPr>
          <a:xfrm>
            <a:off x="5967438" y="1137900"/>
            <a:ext cx="2715300" cy="584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64" name="Google Shape;164;p29"/>
          <p:cNvSpPr txBox="1">
            <a:spLocks noGrp="1"/>
          </p:cNvSpPr>
          <p:nvPr>
            <p:ph type="title" idx="16"/>
          </p:nvPr>
        </p:nvSpPr>
        <p:spPr>
          <a:xfrm>
            <a:off x="5967450" y="1522850"/>
            <a:ext cx="2472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65" name="Google Shape;165;p29"/>
          <p:cNvSpPr txBox="1">
            <a:spLocks noGrp="1"/>
          </p:cNvSpPr>
          <p:nvPr>
            <p:ph type="title" idx="17" hasCustomPrompt="1"/>
          </p:nvPr>
        </p:nvSpPr>
        <p:spPr>
          <a:xfrm>
            <a:off x="4950075" y="2698375"/>
            <a:ext cx="1136400" cy="687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5"/>
              </a:buClr>
              <a:buSzPts val="6000"/>
              <a:buNone/>
              <a:defRPr sz="60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6" name="Google Shape;166;p29"/>
          <p:cNvSpPr txBox="1">
            <a:spLocks noGrp="1"/>
          </p:cNvSpPr>
          <p:nvPr>
            <p:ph type="title" idx="18"/>
          </p:nvPr>
        </p:nvSpPr>
        <p:spPr>
          <a:xfrm>
            <a:off x="5967438" y="2364875"/>
            <a:ext cx="2715300" cy="584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67" name="Google Shape;167;p29"/>
          <p:cNvSpPr txBox="1">
            <a:spLocks noGrp="1"/>
          </p:cNvSpPr>
          <p:nvPr>
            <p:ph type="title" idx="19"/>
          </p:nvPr>
        </p:nvSpPr>
        <p:spPr>
          <a:xfrm>
            <a:off x="5967450" y="2749825"/>
            <a:ext cx="2472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68" name="Google Shape;168;p29"/>
          <p:cNvSpPr txBox="1">
            <a:spLocks noGrp="1"/>
          </p:cNvSpPr>
          <p:nvPr>
            <p:ph type="title" idx="20" hasCustomPrompt="1"/>
          </p:nvPr>
        </p:nvSpPr>
        <p:spPr>
          <a:xfrm>
            <a:off x="4950075" y="3925350"/>
            <a:ext cx="1136400" cy="6873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5"/>
              </a:buClr>
              <a:buSzPts val="6000"/>
              <a:buNone/>
              <a:defRPr sz="60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69" name="Google Shape;169;p29"/>
          <p:cNvSpPr txBox="1">
            <a:spLocks noGrp="1"/>
          </p:cNvSpPr>
          <p:nvPr>
            <p:ph type="title" idx="21"/>
          </p:nvPr>
        </p:nvSpPr>
        <p:spPr>
          <a:xfrm>
            <a:off x="5967438" y="3591850"/>
            <a:ext cx="2715300" cy="5844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70" name="Google Shape;170;p29"/>
          <p:cNvSpPr txBox="1">
            <a:spLocks noGrp="1"/>
          </p:cNvSpPr>
          <p:nvPr>
            <p:ph type="title" idx="22"/>
          </p:nvPr>
        </p:nvSpPr>
        <p:spPr>
          <a:xfrm>
            <a:off x="5967450" y="3976800"/>
            <a:ext cx="2472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able of contents 1">
  <p:cSld name="CUSTOM_19">
    <p:spTree>
      <p:nvGrpSpPr>
        <p:cNvPr id="1" name="Shape 171"/>
        <p:cNvGrpSpPr/>
        <p:nvPr/>
      </p:nvGrpSpPr>
      <p:grpSpPr>
        <a:xfrm>
          <a:off x="0" y="0"/>
          <a:ext cx="0" cy="0"/>
          <a:chOff x="0" y="0"/>
          <a:chExt cx="0" cy="0"/>
        </a:xfrm>
      </p:grpSpPr>
      <p:sp>
        <p:nvSpPr>
          <p:cNvPr id="172" name="Google Shape;172;p30"/>
          <p:cNvSpPr txBox="1">
            <a:spLocks noGrp="1"/>
          </p:cNvSpPr>
          <p:nvPr>
            <p:ph type="title"/>
          </p:nvPr>
        </p:nvSpPr>
        <p:spPr>
          <a:xfrm>
            <a:off x="723975" y="361950"/>
            <a:ext cx="7696200" cy="584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73" name="Google Shape;173;p30"/>
          <p:cNvSpPr txBox="1">
            <a:spLocks noGrp="1"/>
          </p:cNvSpPr>
          <p:nvPr>
            <p:ph type="title" idx="2" hasCustomPrompt="1"/>
          </p:nvPr>
        </p:nvSpPr>
        <p:spPr>
          <a:xfrm>
            <a:off x="781163" y="1192613"/>
            <a:ext cx="859500" cy="502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5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74" name="Google Shape;174;p30"/>
          <p:cNvSpPr txBox="1">
            <a:spLocks noGrp="1"/>
          </p:cNvSpPr>
          <p:nvPr>
            <p:ph type="title" idx="3"/>
          </p:nvPr>
        </p:nvSpPr>
        <p:spPr>
          <a:xfrm>
            <a:off x="781163" y="1695413"/>
            <a:ext cx="24525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75" name="Google Shape;175;p30"/>
          <p:cNvSpPr txBox="1">
            <a:spLocks noGrp="1"/>
          </p:cNvSpPr>
          <p:nvPr>
            <p:ph type="title" idx="4"/>
          </p:nvPr>
        </p:nvSpPr>
        <p:spPr>
          <a:xfrm>
            <a:off x="781163" y="2080363"/>
            <a:ext cx="24507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76" name="Google Shape;176;p30"/>
          <p:cNvSpPr txBox="1">
            <a:spLocks noGrp="1"/>
          </p:cNvSpPr>
          <p:nvPr>
            <p:ph type="title" idx="5" hasCustomPrompt="1"/>
          </p:nvPr>
        </p:nvSpPr>
        <p:spPr>
          <a:xfrm>
            <a:off x="3345750" y="1192613"/>
            <a:ext cx="859500" cy="502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5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77" name="Google Shape;177;p30"/>
          <p:cNvSpPr txBox="1">
            <a:spLocks noGrp="1"/>
          </p:cNvSpPr>
          <p:nvPr>
            <p:ph type="title" idx="6"/>
          </p:nvPr>
        </p:nvSpPr>
        <p:spPr>
          <a:xfrm>
            <a:off x="3345750" y="1695413"/>
            <a:ext cx="24525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78" name="Google Shape;178;p30"/>
          <p:cNvSpPr txBox="1">
            <a:spLocks noGrp="1"/>
          </p:cNvSpPr>
          <p:nvPr>
            <p:ph type="title" idx="7"/>
          </p:nvPr>
        </p:nvSpPr>
        <p:spPr>
          <a:xfrm>
            <a:off x="3345750" y="2080363"/>
            <a:ext cx="24507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79" name="Google Shape;179;p30"/>
          <p:cNvSpPr txBox="1">
            <a:spLocks noGrp="1"/>
          </p:cNvSpPr>
          <p:nvPr>
            <p:ph type="title" idx="8" hasCustomPrompt="1"/>
          </p:nvPr>
        </p:nvSpPr>
        <p:spPr>
          <a:xfrm>
            <a:off x="5910338" y="1192625"/>
            <a:ext cx="859500" cy="502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5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0" name="Google Shape;180;p30"/>
          <p:cNvSpPr txBox="1">
            <a:spLocks noGrp="1"/>
          </p:cNvSpPr>
          <p:nvPr>
            <p:ph type="title" idx="9"/>
          </p:nvPr>
        </p:nvSpPr>
        <p:spPr>
          <a:xfrm>
            <a:off x="5910338" y="1695425"/>
            <a:ext cx="24525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81" name="Google Shape;181;p30"/>
          <p:cNvSpPr txBox="1">
            <a:spLocks noGrp="1"/>
          </p:cNvSpPr>
          <p:nvPr>
            <p:ph type="title" idx="13"/>
          </p:nvPr>
        </p:nvSpPr>
        <p:spPr>
          <a:xfrm>
            <a:off x="5910338" y="2080375"/>
            <a:ext cx="24507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82" name="Google Shape;182;p30"/>
          <p:cNvSpPr txBox="1">
            <a:spLocks noGrp="1"/>
          </p:cNvSpPr>
          <p:nvPr>
            <p:ph type="title" idx="14" hasCustomPrompt="1"/>
          </p:nvPr>
        </p:nvSpPr>
        <p:spPr>
          <a:xfrm>
            <a:off x="781163" y="2839200"/>
            <a:ext cx="859500" cy="502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5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3" name="Google Shape;183;p30"/>
          <p:cNvSpPr txBox="1">
            <a:spLocks noGrp="1"/>
          </p:cNvSpPr>
          <p:nvPr>
            <p:ph type="title" idx="15"/>
          </p:nvPr>
        </p:nvSpPr>
        <p:spPr>
          <a:xfrm>
            <a:off x="781163" y="3342000"/>
            <a:ext cx="24525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84" name="Google Shape;184;p30"/>
          <p:cNvSpPr txBox="1">
            <a:spLocks noGrp="1"/>
          </p:cNvSpPr>
          <p:nvPr>
            <p:ph type="title" idx="16"/>
          </p:nvPr>
        </p:nvSpPr>
        <p:spPr>
          <a:xfrm>
            <a:off x="781163" y="3726950"/>
            <a:ext cx="24525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85" name="Google Shape;185;p30"/>
          <p:cNvSpPr txBox="1">
            <a:spLocks noGrp="1"/>
          </p:cNvSpPr>
          <p:nvPr>
            <p:ph type="title" idx="17" hasCustomPrompt="1"/>
          </p:nvPr>
        </p:nvSpPr>
        <p:spPr>
          <a:xfrm>
            <a:off x="3345750" y="2839200"/>
            <a:ext cx="859500" cy="502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5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6" name="Google Shape;186;p30"/>
          <p:cNvSpPr txBox="1">
            <a:spLocks noGrp="1"/>
          </p:cNvSpPr>
          <p:nvPr>
            <p:ph type="title" idx="18"/>
          </p:nvPr>
        </p:nvSpPr>
        <p:spPr>
          <a:xfrm>
            <a:off x="3345750" y="3342000"/>
            <a:ext cx="24525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87" name="Google Shape;187;p30"/>
          <p:cNvSpPr txBox="1">
            <a:spLocks noGrp="1"/>
          </p:cNvSpPr>
          <p:nvPr>
            <p:ph type="title" idx="19"/>
          </p:nvPr>
        </p:nvSpPr>
        <p:spPr>
          <a:xfrm>
            <a:off x="3345750" y="3726950"/>
            <a:ext cx="24525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88" name="Google Shape;188;p30"/>
          <p:cNvSpPr txBox="1">
            <a:spLocks noGrp="1"/>
          </p:cNvSpPr>
          <p:nvPr>
            <p:ph type="title" idx="20" hasCustomPrompt="1"/>
          </p:nvPr>
        </p:nvSpPr>
        <p:spPr>
          <a:xfrm>
            <a:off x="5910325" y="2839200"/>
            <a:ext cx="859500" cy="502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5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89" name="Google Shape;189;p30"/>
          <p:cNvSpPr txBox="1">
            <a:spLocks noGrp="1"/>
          </p:cNvSpPr>
          <p:nvPr>
            <p:ph type="title" idx="21"/>
          </p:nvPr>
        </p:nvSpPr>
        <p:spPr>
          <a:xfrm>
            <a:off x="5910324" y="3342000"/>
            <a:ext cx="24525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190" name="Google Shape;190;p30"/>
          <p:cNvSpPr txBox="1">
            <a:spLocks noGrp="1"/>
          </p:cNvSpPr>
          <p:nvPr>
            <p:ph type="title" idx="22"/>
          </p:nvPr>
        </p:nvSpPr>
        <p:spPr>
          <a:xfrm>
            <a:off x="5910325" y="3726950"/>
            <a:ext cx="24525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191" name="Google Shape;191;p30"/>
          <p:cNvSpPr/>
          <p:nvPr/>
        </p:nvSpPr>
        <p:spPr>
          <a:xfrm rot="10800000">
            <a:off x="5910325" y="0"/>
            <a:ext cx="2055300" cy="3861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0"/>
          <p:cNvSpPr/>
          <p:nvPr/>
        </p:nvSpPr>
        <p:spPr>
          <a:xfrm rot="5400000">
            <a:off x="-856675" y="394185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hree columns">
  <p:cSld name="CUSTOM_3">
    <p:spTree>
      <p:nvGrpSpPr>
        <p:cNvPr id="1" name="Shape 193"/>
        <p:cNvGrpSpPr/>
        <p:nvPr/>
      </p:nvGrpSpPr>
      <p:grpSpPr>
        <a:xfrm>
          <a:off x="0" y="0"/>
          <a:ext cx="0" cy="0"/>
          <a:chOff x="0" y="0"/>
          <a:chExt cx="0" cy="0"/>
        </a:xfrm>
      </p:grpSpPr>
      <p:sp>
        <p:nvSpPr>
          <p:cNvPr id="194" name="Google Shape;194;p31"/>
          <p:cNvSpPr/>
          <p:nvPr/>
        </p:nvSpPr>
        <p:spPr>
          <a:xfrm>
            <a:off x="-50" y="1371600"/>
            <a:ext cx="9144000" cy="25716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1"/>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196" name="Google Shape;196;p31"/>
          <p:cNvSpPr txBox="1">
            <a:spLocks noGrp="1"/>
          </p:cNvSpPr>
          <p:nvPr>
            <p:ph type="body" idx="1"/>
          </p:nvPr>
        </p:nvSpPr>
        <p:spPr>
          <a:xfrm>
            <a:off x="723900" y="2445400"/>
            <a:ext cx="2284500" cy="15525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Clr>
                <a:srgbClr val="FFFFFF"/>
              </a:buClr>
              <a:buSzPts val="1400"/>
              <a:buChar char="●"/>
              <a:defRPr sz="1400">
                <a:solidFill>
                  <a:srgbClr val="FFFFFF"/>
                </a:solidFill>
              </a:defRPr>
            </a:lvl1pPr>
            <a:lvl2pPr marL="914400" lvl="1" indent="-304800" rtl="0">
              <a:spcBef>
                <a:spcPts val="1600"/>
              </a:spcBef>
              <a:spcAft>
                <a:spcPts val="0"/>
              </a:spcAft>
              <a:buClr>
                <a:srgbClr val="FFFFFF"/>
              </a:buClr>
              <a:buSzPts val="1200"/>
              <a:buChar char="○"/>
              <a:defRPr sz="1200">
                <a:solidFill>
                  <a:srgbClr val="FFFFFF"/>
                </a:solidFill>
              </a:defRPr>
            </a:lvl2pPr>
            <a:lvl3pPr marL="1371600" lvl="2" indent="-304800" rtl="0">
              <a:spcBef>
                <a:spcPts val="1600"/>
              </a:spcBef>
              <a:spcAft>
                <a:spcPts val="0"/>
              </a:spcAft>
              <a:buClr>
                <a:srgbClr val="FFFFFF"/>
              </a:buClr>
              <a:buSzPts val="1200"/>
              <a:buChar char="■"/>
              <a:defRPr sz="1200">
                <a:solidFill>
                  <a:srgbClr val="FFFFFF"/>
                </a:solidFill>
              </a:defRPr>
            </a:lvl3pPr>
            <a:lvl4pPr marL="1828800" lvl="3" indent="-304800" rtl="0">
              <a:spcBef>
                <a:spcPts val="1600"/>
              </a:spcBef>
              <a:spcAft>
                <a:spcPts val="0"/>
              </a:spcAft>
              <a:buClr>
                <a:srgbClr val="FFFFFF"/>
              </a:buClr>
              <a:buSzPts val="1200"/>
              <a:buChar char="●"/>
              <a:defRPr sz="1200">
                <a:solidFill>
                  <a:srgbClr val="FFFFFF"/>
                </a:solidFill>
              </a:defRPr>
            </a:lvl4pPr>
            <a:lvl5pPr marL="2286000" lvl="4" indent="-304800" rtl="0">
              <a:spcBef>
                <a:spcPts val="1600"/>
              </a:spcBef>
              <a:spcAft>
                <a:spcPts val="0"/>
              </a:spcAft>
              <a:buClr>
                <a:srgbClr val="FFFFFF"/>
              </a:buClr>
              <a:buSzPts val="1200"/>
              <a:buChar char="○"/>
              <a:defRPr sz="1200">
                <a:solidFill>
                  <a:srgbClr val="FFFFFF"/>
                </a:solidFill>
              </a:defRPr>
            </a:lvl5pPr>
            <a:lvl6pPr marL="2743200" lvl="5" indent="-304800" rtl="0">
              <a:spcBef>
                <a:spcPts val="1600"/>
              </a:spcBef>
              <a:spcAft>
                <a:spcPts val="0"/>
              </a:spcAft>
              <a:buClr>
                <a:srgbClr val="FFFFFF"/>
              </a:buClr>
              <a:buSzPts val="1200"/>
              <a:buChar char="■"/>
              <a:defRPr sz="1200">
                <a:solidFill>
                  <a:srgbClr val="FFFFFF"/>
                </a:solidFill>
              </a:defRPr>
            </a:lvl6pPr>
            <a:lvl7pPr marL="3200400" lvl="6" indent="-304800" rtl="0">
              <a:spcBef>
                <a:spcPts val="1600"/>
              </a:spcBef>
              <a:spcAft>
                <a:spcPts val="0"/>
              </a:spcAft>
              <a:buClr>
                <a:srgbClr val="FFFFFF"/>
              </a:buClr>
              <a:buSzPts val="1200"/>
              <a:buChar char="●"/>
              <a:defRPr sz="1200">
                <a:solidFill>
                  <a:srgbClr val="FFFFFF"/>
                </a:solidFill>
              </a:defRPr>
            </a:lvl7pPr>
            <a:lvl8pPr marL="3657600" lvl="7" indent="-304800" rtl="0">
              <a:spcBef>
                <a:spcPts val="1600"/>
              </a:spcBef>
              <a:spcAft>
                <a:spcPts val="0"/>
              </a:spcAft>
              <a:buClr>
                <a:srgbClr val="FFFFFF"/>
              </a:buClr>
              <a:buSzPts val="1200"/>
              <a:buChar char="○"/>
              <a:defRPr sz="1200">
                <a:solidFill>
                  <a:srgbClr val="FFFFFF"/>
                </a:solidFill>
              </a:defRPr>
            </a:lvl8pPr>
            <a:lvl9pPr marL="4114800" lvl="8" indent="-304800" rtl="0">
              <a:spcBef>
                <a:spcPts val="1600"/>
              </a:spcBef>
              <a:spcAft>
                <a:spcPts val="1600"/>
              </a:spcAft>
              <a:buClr>
                <a:srgbClr val="FFFFFF"/>
              </a:buClr>
              <a:buSzPts val="1200"/>
              <a:buChar char="■"/>
              <a:defRPr sz="1200">
                <a:solidFill>
                  <a:srgbClr val="FFFFFF"/>
                </a:solidFill>
              </a:defRPr>
            </a:lvl9pPr>
          </a:lstStyle>
          <a:p>
            <a:endParaRPr/>
          </a:p>
        </p:txBody>
      </p:sp>
      <p:sp>
        <p:nvSpPr>
          <p:cNvPr id="197" name="Google Shape;197;p31"/>
          <p:cNvSpPr txBox="1">
            <a:spLocks noGrp="1"/>
          </p:cNvSpPr>
          <p:nvPr>
            <p:ph type="body" idx="2"/>
          </p:nvPr>
        </p:nvSpPr>
        <p:spPr>
          <a:xfrm>
            <a:off x="3429746" y="2445400"/>
            <a:ext cx="2284500" cy="15525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Clr>
                <a:srgbClr val="FFFFFF"/>
              </a:buClr>
              <a:buSzPts val="1400"/>
              <a:buChar char="●"/>
              <a:defRPr sz="1400">
                <a:solidFill>
                  <a:srgbClr val="FFFFFF"/>
                </a:solidFill>
              </a:defRPr>
            </a:lvl1pPr>
            <a:lvl2pPr marL="914400" lvl="1" indent="-304800" rtl="0">
              <a:spcBef>
                <a:spcPts val="1600"/>
              </a:spcBef>
              <a:spcAft>
                <a:spcPts val="0"/>
              </a:spcAft>
              <a:buClr>
                <a:srgbClr val="FFFFFF"/>
              </a:buClr>
              <a:buSzPts val="1200"/>
              <a:buChar char="○"/>
              <a:defRPr sz="1200">
                <a:solidFill>
                  <a:srgbClr val="FFFFFF"/>
                </a:solidFill>
              </a:defRPr>
            </a:lvl2pPr>
            <a:lvl3pPr marL="1371600" lvl="2" indent="-304800" rtl="0">
              <a:spcBef>
                <a:spcPts val="1600"/>
              </a:spcBef>
              <a:spcAft>
                <a:spcPts val="0"/>
              </a:spcAft>
              <a:buClr>
                <a:srgbClr val="FFFFFF"/>
              </a:buClr>
              <a:buSzPts val="1200"/>
              <a:buChar char="■"/>
              <a:defRPr sz="1200">
                <a:solidFill>
                  <a:srgbClr val="FFFFFF"/>
                </a:solidFill>
              </a:defRPr>
            </a:lvl3pPr>
            <a:lvl4pPr marL="1828800" lvl="3" indent="-304800" rtl="0">
              <a:spcBef>
                <a:spcPts val="1600"/>
              </a:spcBef>
              <a:spcAft>
                <a:spcPts val="0"/>
              </a:spcAft>
              <a:buClr>
                <a:srgbClr val="FFFFFF"/>
              </a:buClr>
              <a:buSzPts val="1200"/>
              <a:buChar char="●"/>
              <a:defRPr sz="1200">
                <a:solidFill>
                  <a:srgbClr val="FFFFFF"/>
                </a:solidFill>
              </a:defRPr>
            </a:lvl4pPr>
            <a:lvl5pPr marL="2286000" lvl="4" indent="-304800" rtl="0">
              <a:spcBef>
                <a:spcPts val="1600"/>
              </a:spcBef>
              <a:spcAft>
                <a:spcPts val="0"/>
              </a:spcAft>
              <a:buClr>
                <a:srgbClr val="FFFFFF"/>
              </a:buClr>
              <a:buSzPts val="1200"/>
              <a:buChar char="○"/>
              <a:defRPr sz="1200">
                <a:solidFill>
                  <a:srgbClr val="FFFFFF"/>
                </a:solidFill>
              </a:defRPr>
            </a:lvl5pPr>
            <a:lvl6pPr marL="2743200" lvl="5" indent="-304800" rtl="0">
              <a:spcBef>
                <a:spcPts val="1600"/>
              </a:spcBef>
              <a:spcAft>
                <a:spcPts val="0"/>
              </a:spcAft>
              <a:buClr>
                <a:srgbClr val="FFFFFF"/>
              </a:buClr>
              <a:buSzPts val="1200"/>
              <a:buChar char="■"/>
              <a:defRPr sz="1200">
                <a:solidFill>
                  <a:srgbClr val="FFFFFF"/>
                </a:solidFill>
              </a:defRPr>
            </a:lvl6pPr>
            <a:lvl7pPr marL="3200400" lvl="6" indent="-304800" rtl="0">
              <a:spcBef>
                <a:spcPts val="1600"/>
              </a:spcBef>
              <a:spcAft>
                <a:spcPts val="0"/>
              </a:spcAft>
              <a:buClr>
                <a:srgbClr val="FFFFFF"/>
              </a:buClr>
              <a:buSzPts val="1200"/>
              <a:buChar char="●"/>
              <a:defRPr sz="1200">
                <a:solidFill>
                  <a:srgbClr val="FFFFFF"/>
                </a:solidFill>
              </a:defRPr>
            </a:lvl7pPr>
            <a:lvl8pPr marL="3657600" lvl="7" indent="-304800" rtl="0">
              <a:spcBef>
                <a:spcPts val="1600"/>
              </a:spcBef>
              <a:spcAft>
                <a:spcPts val="0"/>
              </a:spcAft>
              <a:buClr>
                <a:srgbClr val="FFFFFF"/>
              </a:buClr>
              <a:buSzPts val="1200"/>
              <a:buChar char="○"/>
              <a:defRPr sz="1200">
                <a:solidFill>
                  <a:srgbClr val="FFFFFF"/>
                </a:solidFill>
              </a:defRPr>
            </a:lvl8pPr>
            <a:lvl9pPr marL="4114800" lvl="8" indent="-304800" rtl="0">
              <a:spcBef>
                <a:spcPts val="1600"/>
              </a:spcBef>
              <a:spcAft>
                <a:spcPts val="1600"/>
              </a:spcAft>
              <a:buClr>
                <a:srgbClr val="FFFFFF"/>
              </a:buClr>
              <a:buSzPts val="1200"/>
              <a:buChar char="■"/>
              <a:defRPr sz="1200">
                <a:solidFill>
                  <a:srgbClr val="FFFFFF"/>
                </a:solidFill>
              </a:defRPr>
            </a:lvl9pPr>
          </a:lstStyle>
          <a:p>
            <a:endParaRPr/>
          </a:p>
        </p:txBody>
      </p:sp>
      <p:sp>
        <p:nvSpPr>
          <p:cNvPr id="198" name="Google Shape;198;p3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a:t>
            </a:fld>
            <a:endParaRPr lang="en-GB"/>
          </a:p>
        </p:txBody>
      </p:sp>
      <p:sp>
        <p:nvSpPr>
          <p:cNvPr id="199" name="Google Shape;199;p31"/>
          <p:cNvSpPr txBox="1">
            <a:spLocks noGrp="1"/>
          </p:cNvSpPr>
          <p:nvPr>
            <p:ph type="title" idx="3"/>
          </p:nvPr>
        </p:nvSpPr>
        <p:spPr>
          <a:xfrm>
            <a:off x="1003407" y="1921425"/>
            <a:ext cx="1725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None/>
              <a:defRPr sz="2100">
                <a:solidFill>
                  <a:schemeClr val="lt1"/>
                </a:solidFill>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a:endParaRPr/>
          </a:p>
        </p:txBody>
      </p:sp>
      <p:sp>
        <p:nvSpPr>
          <p:cNvPr id="200" name="Google Shape;200;p31"/>
          <p:cNvSpPr txBox="1">
            <a:spLocks noGrp="1"/>
          </p:cNvSpPr>
          <p:nvPr>
            <p:ph type="title" idx="4"/>
          </p:nvPr>
        </p:nvSpPr>
        <p:spPr>
          <a:xfrm>
            <a:off x="3709240" y="1921425"/>
            <a:ext cx="1725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None/>
              <a:defRPr sz="2100">
                <a:solidFill>
                  <a:schemeClr val="lt1"/>
                </a:solidFill>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a:endParaRPr/>
          </a:p>
        </p:txBody>
      </p:sp>
      <p:sp>
        <p:nvSpPr>
          <p:cNvPr id="201" name="Google Shape;201;p31"/>
          <p:cNvSpPr txBox="1">
            <a:spLocks noGrp="1"/>
          </p:cNvSpPr>
          <p:nvPr>
            <p:ph type="body" idx="5"/>
          </p:nvPr>
        </p:nvSpPr>
        <p:spPr>
          <a:xfrm>
            <a:off x="6135608" y="2445400"/>
            <a:ext cx="2284500" cy="15525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Clr>
                <a:srgbClr val="FFFFFF"/>
              </a:buClr>
              <a:buSzPts val="1400"/>
              <a:buChar char="●"/>
              <a:defRPr sz="1400">
                <a:solidFill>
                  <a:srgbClr val="FFFFFF"/>
                </a:solidFill>
              </a:defRPr>
            </a:lvl1pPr>
            <a:lvl2pPr marL="914400" lvl="1" indent="-304800" rtl="0">
              <a:spcBef>
                <a:spcPts val="1600"/>
              </a:spcBef>
              <a:spcAft>
                <a:spcPts val="0"/>
              </a:spcAft>
              <a:buClr>
                <a:srgbClr val="FFFFFF"/>
              </a:buClr>
              <a:buSzPts val="1200"/>
              <a:buChar char="○"/>
              <a:defRPr sz="1200">
                <a:solidFill>
                  <a:srgbClr val="FFFFFF"/>
                </a:solidFill>
              </a:defRPr>
            </a:lvl2pPr>
            <a:lvl3pPr marL="1371600" lvl="2" indent="-304800" rtl="0">
              <a:spcBef>
                <a:spcPts val="1600"/>
              </a:spcBef>
              <a:spcAft>
                <a:spcPts val="0"/>
              </a:spcAft>
              <a:buClr>
                <a:srgbClr val="FFFFFF"/>
              </a:buClr>
              <a:buSzPts val="1200"/>
              <a:buChar char="■"/>
              <a:defRPr sz="1200">
                <a:solidFill>
                  <a:srgbClr val="FFFFFF"/>
                </a:solidFill>
              </a:defRPr>
            </a:lvl3pPr>
            <a:lvl4pPr marL="1828800" lvl="3" indent="-304800" rtl="0">
              <a:spcBef>
                <a:spcPts val="1600"/>
              </a:spcBef>
              <a:spcAft>
                <a:spcPts val="0"/>
              </a:spcAft>
              <a:buClr>
                <a:srgbClr val="FFFFFF"/>
              </a:buClr>
              <a:buSzPts val="1200"/>
              <a:buChar char="●"/>
              <a:defRPr sz="1200">
                <a:solidFill>
                  <a:srgbClr val="FFFFFF"/>
                </a:solidFill>
              </a:defRPr>
            </a:lvl4pPr>
            <a:lvl5pPr marL="2286000" lvl="4" indent="-304800" rtl="0">
              <a:spcBef>
                <a:spcPts val="1600"/>
              </a:spcBef>
              <a:spcAft>
                <a:spcPts val="0"/>
              </a:spcAft>
              <a:buClr>
                <a:srgbClr val="FFFFFF"/>
              </a:buClr>
              <a:buSzPts val="1200"/>
              <a:buChar char="○"/>
              <a:defRPr sz="1200">
                <a:solidFill>
                  <a:srgbClr val="FFFFFF"/>
                </a:solidFill>
              </a:defRPr>
            </a:lvl5pPr>
            <a:lvl6pPr marL="2743200" lvl="5" indent="-304800" rtl="0">
              <a:spcBef>
                <a:spcPts val="1600"/>
              </a:spcBef>
              <a:spcAft>
                <a:spcPts val="0"/>
              </a:spcAft>
              <a:buClr>
                <a:srgbClr val="FFFFFF"/>
              </a:buClr>
              <a:buSzPts val="1200"/>
              <a:buChar char="■"/>
              <a:defRPr sz="1200">
                <a:solidFill>
                  <a:srgbClr val="FFFFFF"/>
                </a:solidFill>
              </a:defRPr>
            </a:lvl6pPr>
            <a:lvl7pPr marL="3200400" lvl="6" indent="-304800" rtl="0">
              <a:spcBef>
                <a:spcPts val="1600"/>
              </a:spcBef>
              <a:spcAft>
                <a:spcPts val="0"/>
              </a:spcAft>
              <a:buClr>
                <a:srgbClr val="FFFFFF"/>
              </a:buClr>
              <a:buSzPts val="1200"/>
              <a:buChar char="●"/>
              <a:defRPr sz="1200">
                <a:solidFill>
                  <a:srgbClr val="FFFFFF"/>
                </a:solidFill>
              </a:defRPr>
            </a:lvl7pPr>
            <a:lvl8pPr marL="3657600" lvl="7" indent="-304800" rtl="0">
              <a:spcBef>
                <a:spcPts val="1600"/>
              </a:spcBef>
              <a:spcAft>
                <a:spcPts val="0"/>
              </a:spcAft>
              <a:buClr>
                <a:srgbClr val="FFFFFF"/>
              </a:buClr>
              <a:buSzPts val="1200"/>
              <a:buChar char="○"/>
              <a:defRPr sz="1200">
                <a:solidFill>
                  <a:srgbClr val="FFFFFF"/>
                </a:solidFill>
              </a:defRPr>
            </a:lvl8pPr>
            <a:lvl9pPr marL="4114800" lvl="8" indent="-304800" rtl="0">
              <a:spcBef>
                <a:spcPts val="1600"/>
              </a:spcBef>
              <a:spcAft>
                <a:spcPts val="1600"/>
              </a:spcAft>
              <a:buClr>
                <a:srgbClr val="FFFFFF"/>
              </a:buClr>
              <a:buSzPts val="1200"/>
              <a:buChar char="■"/>
              <a:defRPr sz="1200">
                <a:solidFill>
                  <a:srgbClr val="FFFFFF"/>
                </a:solidFill>
              </a:defRPr>
            </a:lvl9pPr>
          </a:lstStyle>
          <a:p>
            <a:endParaRPr/>
          </a:p>
        </p:txBody>
      </p:sp>
      <p:sp>
        <p:nvSpPr>
          <p:cNvPr id="202" name="Google Shape;202;p31"/>
          <p:cNvSpPr txBox="1">
            <a:spLocks noGrp="1"/>
          </p:cNvSpPr>
          <p:nvPr>
            <p:ph type="title" idx="6"/>
          </p:nvPr>
        </p:nvSpPr>
        <p:spPr>
          <a:xfrm>
            <a:off x="6415102" y="1921425"/>
            <a:ext cx="17259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1600"/>
              <a:buNone/>
              <a:defRPr sz="2100">
                <a:solidFill>
                  <a:schemeClr val="lt1"/>
                </a:solidFill>
              </a:defRPr>
            </a:lvl1pPr>
            <a:lvl2pPr lvl="1" rtl="0">
              <a:spcBef>
                <a:spcPts val="0"/>
              </a:spcBef>
              <a:spcAft>
                <a:spcPts val="0"/>
              </a:spcAft>
              <a:buClr>
                <a:schemeClr val="lt1"/>
              </a:buClr>
              <a:buSzPts val="1600"/>
              <a:buNone/>
              <a:defRPr sz="1600">
                <a:solidFill>
                  <a:schemeClr val="lt1"/>
                </a:solidFill>
              </a:defRPr>
            </a:lvl2pPr>
            <a:lvl3pPr lvl="2" rtl="0">
              <a:spcBef>
                <a:spcPts val="0"/>
              </a:spcBef>
              <a:spcAft>
                <a:spcPts val="0"/>
              </a:spcAft>
              <a:buClr>
                <a:schemeClr val="lt1"/>
              </a:buClr>
              <a:buSzPts val="1600"/>
              <a:buNone/>
              <a:defRPr sz="1600">
                <a:solidFill>
                  <a:schemeClr val="lt1"/>
                </a:solidFill>
              </a:defRPr>
            </a:lvl3pPr>
            <a:lvl4pPr lvl="3" rtl="0">
              <a:spcBef>
                <a:spcPts val="0"/>
              </a:spcBef>
              <a:spcAft>
                <a:spcPts val="0"/>
              </a:spcAft>
              <a:buClr>
                <a:schemeClr val="lt1"/>
              </a:buClr>
              <a:buSzPts val="1600"/>
              <a:buNone/>
              <a:defRPr sz="1600">
                <a:solidFill>
                  <a:schemeClr val="lt1"/>
                </a:solidFill>
              </a:defRPr>
            </a:lvl4pPr>
            <a:lvl5pPr lvl="4" rtl="0">
              <a:spcBef>
                <a:spcPts val="0"/>
              </a:spcBef>
              <a:spcAft>
                <a:spcPts val="0"/>
              </a:spcAft>
              <a:buClr>
                <a:schemeClr val="lt1"/>
              </a:buClr>
              <a:buSzPts val="1600"/>
              <a:buNone/>
              <a:defRPr sz="1600">
                <a:solidFill>
                  <a:schemeClr val="lt1"/>
                </a:solidFill>
              </a:defRPr>
            </a:lvl5pPr>
            <a:lvl6pPr lvl="5" rtl="0">
              <a:spcBef>
                <a:spcPts val="0"/>
              </a:spcBef>
              <a:spcAft>
                <a:spcPts val="0"/>
              </a:spcAft>
              <a:buClr>
                <a:schemeClr val="lt1"/>
              </a:buClr>
              <a:buSzPts val="1600"/>
              <a:buNone/>
              <a:defRPr sz="1600">
                <a:solidFill>
                  <a:schemeClr val="lt1"/>
                </a:solidFill>
              </a:defRPr>
            </a:lvl6pPr>
            <a:lvl7pPr lvl="6" rtl="0">
              <a:spcBef>
                <a:spcPts val="0"/>
              </a:spcBef>
              <a:spcAft>
                <a:spcPts val="0"/>
              </a:spcAft>
              <a:buClr>
                <a:schemeClr val="lt1"/>
              </a:buClr>
              <a:buSzPts val="1600"/>
              <a:buNone/>
              <a:defRPr sz="1600">
                <a:solidFill>
                  <a:schemeClr val="lt1"/>
                </a:solidFill>
              </a:defRPr>
            </a:lvl7pPr>
            <a:lvl8pPr lvl="7" rtl="0">
              <a:spcBef>
                <a:spcPts val="0"/>
              </a:spcBef>
              <a:spcAft>
                <a:spcPts val="0"/>
              </a:spcAft>
              <a:buClr>
                <a:schemeClr val="lt1"/>
              </a:buClr>
              <a:buSzPts val="1600"/>
              <a:buNone/>
              <a:defRPr sz="1600">
                <a:solidFill>
                  <a:schemeClr val="lt1"/>
                </a:solidFill>
              </a:defRPr>
            </a:lvl8pPr>
            <a:lvl9pPr lvl="8" rtl="0">
              <a:spcBef>
                <a:spcPts val="0"/>
              </a:spcBef>
              <a:spcAft>
                <a:spcPts val="0"/>
              </a:spcAft>
              <a:buClr>
                <a:schemeClr val="lt1"/>
              </a:buClr>
              <a:buSzPts val="1600"/>
              <a:buNone/>
              <a:defRPr sz="1600">
                <a:solidFill>
                  <a:schemeClr val="lt1"/>
                </a:solidFill>
              </a:defRPr>
            </a:lvl9pPr>
          </a:lstStyle>
          <a:p>
            <a:endParaRPr/>
          </a:p>
        </p:txBody>
      </p:sp>
      <p:sp>
        <p:nvSpPr>
          <p:cNvPr id="203" name="Google Shape;203;p31"/>
          <p:cNvSpPr/>
          <p:nvPr/>
        </p:nvSpPr>
        <p:spPr>
          <a:xfrm rot="10800000">
            <a:off x="-13400" y="3592700"/>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31"/>
          <p:cNvSpPr/>
          <p:nvPr/>
        </p:nvSpPr>
        <p:spPr>
          <a:xfrm rot="5400000">
            <a:off x="8459538" y="875550"/>
            <a:ext cx="10170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hree columns 1">
  <p:cSld name="CUSTOM_17">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07" name="Google Shape;207;p32"/>
          <p:cNvSpPr txBox="1">
            <a:spLocks noGrp="1"/>
          </p:cNvSpPr>
          <p:nvPr>
            <p:ph type="title" idx="2"/>
          </p:nvPr>
        </p:nvSpPr>
        <p:spPr>
          <a:xfrm>
            <a:off x="2013761" y="1268013"/>
            <a:ext cx="2423100" cy="4023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08" name="Google Shape;208;p32"/>
          <p:cNvSpPr txBox="1">
            <a:spLocks noGrp="1"/>
          </p:cNvSpPr>
          <p:nvPr>
            <p:ph type="title" idx="3"/>
          </p:nvPr>
        </p:nvSpPr>
        <p:spPr>
          <a:xfrm>
            <a:off x="723750" y="1652975"/>
            <a:ext cx="3713100" cy="585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09" name="Google Shape;209;p32"/>
          <p:cNvSpPr txBox="1">
            <a:spLocks noGrp="1"/>
          </p:cNvSpPr>
          <p:nvPr>
            <p:ph type="title" idx="4"/>
          </p:nvPr>
        </p:nvSpPr>
        <p:spPr>
          <a:xfrm>
            <a:off x="2013761" y="3637950"/>
            <a:ext cx="2423100" cy="4023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10" name="Google Shape;210;p32"/>
          <p:cNvSpPr txBox="1">
            <a:spLocks noGrp="1"/>
          </p:cNvSpPr>
          <p:nvPr>
            <p:ph type="title" idx="5"/>
          </p:nvPr>
        </p:nvSpPr>
        <p:spPr>
          <a:xfrm>
            <a:off x="723750" y="4022900"/>
            <a:ext cx="3713100" cy="585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11" name="Google Shape;211;p32"/>
          <p:cNvSpPr txBox="1">
            <a:spLocks noGrp="1"/>
          </p:cNvSpPr>
          <p:nvPr>
            <p:ph type="title" idx="6"/>
          </p:nvPr>
        </p:nvSpPr>
        <p:spPr>
          <a:xfrm>
            <a:off x="4707147" y="2452975"/>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12" name="Google Shape;212;p32"/>
          <p:cNvSpPr txBox="1">
            <a:spLocks noGrp="1"/>
          </p:cNvSpPr>
          <p:nvPr>
            <p:ph type="title" idx="7"/>
          </p:nvPr>
        </p:nvSpPr>
        <p:spPr>
          <a:xfrm>
            <a:off x="4707150" y="2837925"/>
            <a:ext cx="3713100" cy="5853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13" name="Google Shape;213;p32"/>
          <p:cNvSpPr/>
          <p:nvPr/>
        </p:nvSpPr>
        <p:spPr>
          <a:xfrm rot="10800000">
            <a:off x="7092600" y="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2">
  <p:cSld name="CUSTOM_18">
    <p:spTree>
      <p:nvGrpSpPr>
        <p:cNvPr id="1" name="Shape 214"/>
        <p:cNvGrpSpPr/>
        <p:nvPr/>
      </p:nvGrpSpPr>
      <p:grpSpPr>
        <a:xfrm>
          <a:off x="0" y="0"/>
          <a:ext cx="0" cy="0"/>
          <a:chOff x="0" y="0"/>
          <a:chExt cx="0" cy="0"/>
        </a:xfrm>
      </p:grpSpPr>
      <p:sp>
        <p:nvSpPr>
          <p:cNvPr id="215" name="Google Shape;215;p33"/>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16" name="Google Shape;216;p33"/>
          <p:cNvSpPr txBox="1">
            <a:spLocks noGrp="1"/>
          </p:cNvSpPr>
          <p:nvPr>
            <p:ph type="title" idx="2"/>
          </p:nvPr>
        </p:nvSpPr>
        <p:spPr>
          <a:xfrm>
            <a:off x="800175" y="3341850"/>
            <a:ext cx="2423100" cy="402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17" name="Google Shape;217;p33"/>
          <p:cNvSpPr txBox="1">
            <a:spLocks noGrp="1"/>
          </p:cNvSpPr>
          <p:nvPr>
            <p:ph type="title" idx="3"/>
          </p:nvPr>
        </p:nvSpPr>
        <p:spPr>
          <a:xfrm>
            <a:off x="800175" y="3726800"/>
            <a:ext cx="24231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18" name="Google Shape;218;p33"/>
          <p:cNvSpPr txBox="1">
            <a:spLocks noGrp="1"/>
          </p:cNvSpPr>
          <p:nvPr>
            <p:ph type="title" idx="4"/>
          </p:nvPr>
        </p:nvSpPr>
        <p:spPr>
          <a:xfrm>
            <a:off x="3369973" y="2315675"/>
            <a:ext cx="2423100" cy="402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19" name="Google Shape;219;p33"/>
          <p:cNvSpPr txBox="1">
            <a:spLocks noGrp="1"/>
          </p:cNvSpPr>
          <p:nvPr>
            <p:ph type="title" idx="5"/>
          </p:nvPr>
        </p:nvSpPr>
        <p:spPr>
          <a:xfrm>
            <a:off x="3369973" y="2700625"/>
            <a:ext cx="24231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20" name="Google Shape;220;p33"/>
          <p:cNvSpPr txBox="1">
            <a:spLocks noGrp="1"/>
          </p:cNvSpPr>
          <p:nvPr>
            <p:ph type="title" idx="6"/>
          </p:nvPr>
        </p:nvSpPr>
        <p:spPr>
          <a:xfrm>
            <a:off x="5939772" y="3341850"/>
            <a:ext cx="2423100" cy="4023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21" name="Google Shape;221;p33"/>
          <p:cNvSpPr txBox="1">
            <a:spLocks noGrp="1"/>
          </p:cNvSpPr>
          <p:nvPr>
            <p:ph type="title" idx="7"/>
          </p:nvPr>
        </p:nvSpPr>
        <p:spPr>
          <a:xfrm>
            <a:off x="5939772" y="3726800"/>
            <a:ext cx="24231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22" name="Google Shape;222;p33"/>
          <p:cNvSpPr/>
          <p:nvPr/>
        </p:nvSpPr>
        <p:spPr>
          <a:xfrm rot="10800000">
            <a:off x="6510000" y="0"/>
            <a:ext cx="2634000" cy="5343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33"/>
          <p:cNvSpPr/>
          <p:nvPr/>
        </p:nvSpPr>
        <p:spPr>
          <a:xfrm rot="10800000">
            <a:off x="0" y="4609200"/>
            <a:ext cx="2634000" cy="53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p:cSld name="CUSTOM_4">
    <p:spTree>
      <p:nvGrpSpPr>
        <p:cNvPr id="1" name="Shape 224"/>
        <p:cNvGrpSpPr/>
        <p:nvPr/>
      </p:nvGrpSpPr>
      <p:grpSpPr>
        <a:xfrm>
          <a:off x="0" y="0"/>
          <a:ext cx="0" cy="0"/>
          <a:chOff x="0" y="0"/>
          <a:chExt cx="0" cy="0"/>
        </a:xfrm>
      </p:grpSpPr>
      <p:sp>
        <p:nvSpPr>
          <p:cNvPr id="225" name="Google Shape;225;p34"/>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26" name="Google Shape;226;p34"/>
          <p:cNvSpPr txBox="1">
            <a:spLocks noGrp="1"/>
          </p:cNvSpPr>
          <p:nvPr>
            <p:ph type="body" idx="1"/>
          </p:nvPr>
        </p:nvSpPr>
        <p:spPr>
          <a:xfrm>
            <a:off x="723975" y="2912813"/>
            <a:ext cx="1708200" cy="1173900"/>
          </a:xfrm>
          <a:prstGeom prst="rect">
            <a:avLst/>
          </a:prstGeom>
        </p:spPr>
        <p:txBody>
          <a:bodyPr spcFirstLastPara="1" wrap="square" lIns="91425" tIns="91425" rIns="91425" bIns="91425" anchor="t" anchorCtr="0">
            <a:noAutofit/>
          </a:bodyPr>
          <a:lstStyle>
            <a:lvl1pPr marL="457200" lvl="0" indent="-317500" algn="r"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27" name="Google Shape;227;p34"/>
          <p:cNvSpPr txBox="1">
            <a:spLocks noGrp="1"/>
          </p:cNvSpPr>
          <p:nvPr>
            <p:ph type="title" idx="2"/>
          </p:nvPr>
        </p:nvSpPr>
        <p:spPr>
          <a:xfrm>
            <a:off x="706265" y="2388838"/>
            <a:ext cx="1725900" cy="5727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accent3"/>
              </a:buClr>
              <a:buSzPts val="1600"/>
              <a:buNone/>
              <a:defRPr sz="2100">
                <a:solidFill>
                  <a:schemeClr val="accent5"/>
                </a:solidFill>
              </a:defRPr>
            </a:lvl1pPr>
            <a:lvl2pPr lvl="1" rtl="0">
              <a:spcBef>
                <a:spcPts val="0"/>
              </a:spcBef>
              <a:spcAft>
                <a:spcPts val="0"/>
              </a:spcAft>
              <a:buClr>
                <a:schemeClr val="accent3"/>
              </a:buClr>
              <a:buSzPts val="1600"/>
              <a:buNone/>
              <a:defRPr sz="1600">
                <a:solidFill>
                  <a:schemeClr val="accent3"/>
                </a:solidFill>
              </a:defRPr>
            </a:lvl2pPr>
            <a:lvl3pPr lvl="2" rtl="0">
              <a:spcBef>
                <a:spcPts val="0"/>
              </a:spcBef>
              <a:spcAft>
                <a:spcPts val="0"/>
              </a:spcAft>
              <a:buClr>
                <a:schemeClr val="accent3"/>
              </a:buClr>
              <a:buSzPts val="1600"/>
              <a:buNone/>
              <a:defRPr sz="1600">
                <a:solidFill>
                  <a:schemeClr val="accent3"/>
                </a:solidFill>
              </a:defRPr>
            </a:lvl3pPr>
            <a:lvl4pPr lvl="3" rtl="0">
              <a:spcBef>
                <a:spcPts val="0"/>
              </a:spcBef>
              <a:spcAft>
                <a:spcPts val="0"/>
              </a:spcAft>
              <a:buClr>
                <a:schemeClr val="accent3"/>
              </a:buClr>
              <a:buSzPts val="1600"/>
              <a:buNone/>
              <a:defRPr sz="1600">
                <a:solidFill>
                  <a:schemeClr val="accent3"/>
                </a:solidFill>
              </a:defRPr>
            </a:lvl4pPr>
            <a:lvl5pPr lvl="4" rtl="0">
              <a:spcBef>
                <a:spcPts val="0"/>
              </a:spcBef>
              <a:spcAft>
                <a:spcPts val="0"/>
              </a:spcAft>
              <a:buClr>
                <a:schemeClr val="accent3"/>
              </a:buClr>
              <a:buSzPts val="1600"/>
              <a:buNone/>
              <a:defRPr sz="1600">
                <a:solidFill>
                  <a:schemeClr val="accent3"/>
                </a:solidFill>
              </a:defRPr>
            </a:lvl5pPr>
            <a:lvl6pPr lvl="5" rtl="0">
              <a:spcBef>
                <a:spcPts val="0"/>
              </a:spcBef>
              <a:spcAft>
                <a:spcPts val="0"/>
              </a:spcAft>
              <a:buClr>
                <a:schemeClr val="accent3"/>
              </a:buClr>
              <a:buSzPts val="1600"/>
              <a:buNone/>
              <a:defRPr sz="1600">
                <a:solidFill>
                  <a:schemeClr val="accent3"/>
                </a:solidFill>
              </a:defRPr>
            </a:lvl6pPr>
            <a:lvl7pPr lvl="6" rtl="0">
              <a:spcBef>
                <a:spcPts val="0"/>
              </a:spcBef>
              <a:spcAft>
                <a:spcPts val="0"/>
              </a:spcAft>
              <a:buClr>
                <a:schemeClr val="accent3"/>
              </a:buClr>
              <a:buSzPts val="1600"/>
              <a:buNone/>
              <a:defRPr sz="1600">
                <a:solidFill>
                  <a:schemeClr val="accent3"/>
                </a:solidFill>
              </a:defRPr>
            </a:lvl7pPr>
            <a:lvl8pPr lvl="7" rtl="0">
              <a:spcBef>
                <a:spcPts val="0"/>
              </a:spcBef>
              <a:spcAft>
                <a:spcPts val="0"/>
              </a:spcAft>
              <a:buClr>
                <a:schemeClr val="accent3"/>
              </a:buClr>
              <a:buSzPts val="1600"/>
              <a:buNone/>
              <a:defRPr sz="1600">
                <a:solidFill>
                  <a:schemeClr val="accent3"/>
                </a:solidFill>
              </a:defRPr>
            </a:lvl8pPr>
            <a:lvl9pPr lvl="8" rtl="0">
              <a:spcBef>
                <a:spcPts val="0"/>
              </a:spcBef>
              <a:spcAft>
                <a:spcPts val="0"/>
              </a:spcAft>
              <a:buClr>
                <a:schemeClr val="accent3"/>
              </a:buClr>
              <a:buSzPts val="1600"/>
              <a:buNone/>
              <a:defRPr sz="1600">
                <a:solidFill>
                  <a:schemeClr val="accent3"/>
                </a:solidFill>
              </a:defRPr>
            </a:lvl9pPr>
          </a:lstStyle>
          <a:p>
            <a:endParaRPr/>
          </a:p>
        </p:txBody>
      </p:sp>
      <p:sp>
        <p:nvSpPr>
          <p:cNvPr id="228" name="Google Shape;228;p34"/>
          <p:cNvSpPr txBox="1">
            <a:spLocks noGrp="1"/>
          </p:cNvSpPr>
          <p:nvPr>
            <p:ph type="body" idx="3"/>
          </p:nvPr>
        </p:nvSpPr>
        <p:spPr>
          <a:xfrm>
            <a:off x="6694200" y="2912813"/>
            <a:ext cx="1708200" cy="11739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sp>
        <p:nvSpPr>
          <p:cNvPr id="229" name="Google Shape;229;p34"/>
          <p:cNvSpPr txBox="1">
            <a:spLocks noGrp="1"/>
          </p:cNvSpPr>
          <p:nvPr>
            <p:ph type="title" idx="4"/>
          </p:nvPr>
        </p:nvSpPr>
        <p:spPr>
          <a:xfrm>
            <a:off x="6694190" y="2388838"/>
            <a:ext cx="17259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600"/>
              <a:buNone/>
              <a:defRPr sz="2100">
                <a:solidFill>
                  <a:schemeClr val="accent5"/>
                </a:solidFill>
              </a:defRPr>
            </a:lvl1pPr>
            <a:lvl2pPr lvl="1" rtl="0">
              <a:spcBef>
                <a:spcPts val="0"/>
              </a:spcBef>
              <a:spcAft>
                <a:spcPts val="0"/>
              </a:spcAft>
              <a:buClr>
                <a:schemeClr val="accent3"/>
              </a:buClr>
              <a:buSzPts val="1600"/>
              <a:buNone/>
              <a:defRPr sz="1600">
                <a:solidFill>
                  <a:schemeClr val="accent3"/>
                </a:solidFill>
              </a:defRPr>
            </a:lvl2pPr>
            <a:lvl3pPr lvl="2" rtl="0">
              <a:spcBef>
                <a:spcPts val="0"/>
              </a:spcBef>
              <a:spcAft>
                <a:spcPts val="0"/>
              </a:spcAft>
              <a:buClr>
                <a:schemeClr val="accent3"/>
              </a:buClr>
              <a:buSzPts val="1600"/>
              <a:buNone/>
              <a:defRPr sz="1600">
                <a:solidFill>
                  <a:schemeClr val="accent3"/>
                </a:solidFill>
              </a:defRPr>
            </a:lvl3pPr>
            <a:lvl4pPr lvl="3" rtl="0">
              <a:spcBef>
                <a:spcPts val="0"/>
              </a:spcBef>
              <a:spcAft>
                <a:spcPts val="0"/>
              </a:spcAft>
              <a:buClr>
                <a:schemeClr val="accent3"/>
              </a:buClr>
              <a:buSzPts val="1600"/>
              <a:buNone/>
              <a:defRPr sz="1600">
                <a:solidFill>
                  <a:schemeClr val="accent3"/>
                </a:solidFill>
              </a:defRPr>
            </a:lvl4pPr>
            <a:lvl5pPr lvl="4" rtl="0">
              <a:spcBef>
                <a:spcPts val="0"/>
              </a:spcBef>
              <a:spcAft>
                <a:spcPts val="0"/>
              </a:spcAft>
              <a:buClr>
                <a:schemeClr val="accent3"/>
              </a:buClr>
              <a:buSzPts val="1600"/>
              <a:buNone/>
              <a:defRPr sz="1600">
                <a:solidFill>
                  <a:schemeClr val="accent3"/>
                </a:solidFill>
              </a:defRPr>
            </a:lvl5pPr>
            <a:lvl6pPr lvl="5" rtl="0">
              <a:spcBef>
                <a:spcPts val="0"/>
              </a:spcBef>
              <a:spcAft>
                <a:spcPts val="0"/>
              </a:spcAft>
              <a:buClr>
                <a:schemeClr val="accent3"/>
              </a:buClr>
              <a:buSzPts val="1600"/>
              <a:buNone/>
              <a:defRPr sz="1600">
                <a:solidFill>
                  <a:schemeClr val="accent3"/>
                </a:solidFill>
              </a:defRPr>
            </a:lvl6pPr>
            <a:lvl7pPr lvl="6" rtl="0">
              <a:spcBef>
                <a:spcPts val="0"/>
              </a:spcBef>
              <a:spcAft>
                <a:spcPts val="0"/>
              </a:spcAft>
              <a:buClr>
                <a:schemeClr val="accent3"/>
              </a:buClr>
              <a:buSzPts val="1600"/>
              <a:buNone/>
              <a:defRPr sz="1600">
                <a:solidFill>
                  <a:schemeClr val="accent3"/>
                </a:solidFill>
              </a:defRPr>
            </a:lvl7pPr>
            <a:lvl8pPr lvl="7" rtl="0">
              <a:spcBef>
                <a:spcPts val="0"/>
              </a:spcBef>
              <a:spcAft>
                <a:spcPts val="0"/>
              </a:spcAft>
              <a:buClr>
                <a:schemeClr val="accent3"/>
              </a:buClr>
              <a:buSzPts val="1600"/>
              <a:buNone/>
              <a:defRPr sz="1600">
                <a:solidFill>
                  <a:schemeClr val="accent3"/>
                </a:solidFill>
              </a:defRPr>
            </a:lvl8pPr>
            <a:lvl9pPr lvl="8" rtl="0">
              <a:spcBef>
                <a:spcPts val="0"/>
              </a:spcBef>
              <a:spcAft>
                <a:spcPts val="0"/>
              </a:spcAft>
              <a:buClr>
                <a:schemeClr val="accent3"/>
              </a:buClr>
              <a:buSzPts val="1600"/>
              <a:buNone/>
              <a:defRPr sz="1600">
                <a:solidFill>
                  <a:schemeClr val="accent3"/>
                </a:solidFill>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two columns 1">
  <p:cSld name="CUSTOM_24">
    <p:spTree>
      <p:nvGrpSpPr>
        <p:cNvPr id="1" name="Shape 230"/>
        <p:cNvGrpSpPr/>
        <p:nvPr/>
      </p:nvGrpSpPr>
      <p:grpSpPr>
        <a:xfrm>
          <a:off x="0" y="0"/>
          <a:ext cx="0" cy="0"/>
          <a:chOff x="0" y="0"/>
          <a:chExt cx="0" cy="0"/>
        </a:xfrm>
      </p:grpSpPr>
      <p:sp>
        <p:nvSpPr>
          <p:cNvPr id="231" name="Google Shape;231;p35"/>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32" name="Google Shape;232;p35"/>
          <p:cNvSpPr txBox="1">
            <a:spLocks noGrp="1"/>
          </p:cNvSpPr>
          <p:nvPr>
            <p:ph type="title" idx="2"/>
          </p:nvPr>
        </p:nvSpPr>
        <p:spPr>
          <a:xfrm>
            <a:off x="2944250" y="1374713"/>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33" name="Google Shape;233;p35"/>
          <p:cNvSpPr txBox="1">
            <a:spLocks noGrp="1"/>
          </p:cNvSpPr>
          <p:nvPr>
            <p:ph type="title" idx="3"/>
          </p:nvPr>
        </p:nvSpPr>
        <p:spPr>
          <a:xfrm>
            <a:off x="2944250" y="1759663"/>
            <a:ext cx="2423100" cy="7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34" name="Google Shape;234;p35"/>
          <p:cNvSpPr txBox="1">
            <a:spLocks noGrp="1"/>
          </p:cNvSpPr>
          <p:nvPr>
            <p:ph type="title" idx="4"/>
          </p:nvPr>
        </p:nvSpPr>
        <p:spPr>
          <a:xfrm>
            <a:off x="3776686" y="2615838"/>
            <a:ext cx="2423100" cy="4023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35" name="Google Shape;235;p35"/>
          <p:cNvSpPr txBox="1">
            <a:spLocks noGrp="1"/>
          </p:cNvSpPr>
          <p:nvPr>
            <p:ph type="title" idx="5"/>
          </p:nvPr>
        </p:nvSpPr>
        <p:spPr>
          <a:xfrm>
            <a:off x="3776686" y="3000788"/>
            <a:ext cx="2423100" cy="7680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wo columns 2">
  <p:cSld name="CUSTOM_31">
    <p:spTree>
      <p:nvGrpSpPr>
        <p:cNvPr id="1" name="Shape 236"/>
        <p:cNvGrpSpPr/>
        <p:nvPr/>
      </p:nvGrpSpPr>
      <p:grpSpPr>
        <a:xfrm>
          <a:off x="0" y="0"/>
          <a:ext cx="0" cy="0"/>
          <a:chOff x="0" y="0"/>
          <a:chExt cx="0" cy="0"/>
        </a:xfrm>
      </p:grpSpPr>
      <p:sp>
        <p:nvSpPr>
          <p:cNvPr id="237" name="Google Shape;237;p36"/>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38" name="Google Shape;238;p36"/>
          <p:cNvSpPr txBox="1">
            <a:spLocks noGrp="1"/>
          </p:cNvSpPr>
          <p:nvPr>
            <p:ph type="title" idx="2"/>
          </p:nvPr>
        </p:nvSpPr>
        <p:spPr>
          <a:xfrm>
            <a:off x="5329763" y="1949100"/>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39" name="Google Shape;239;p36"/>
          <p:cNvSpPr txBox="1">
            <a:spLocks noGrp="1"/>
          </p:cNvSpPr>
          <p:nvPr>
            <p:ph type="title" idx="3"/>
          </p:nvPr>
        </p:nvSpPr>
        <p:spPr>
          <a:xfrm>
            <a:off x="5329775" y="2351400"/>
            <a:ext cx="2899800" cy="7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40" name="Google Shape;240;p36"/>
          <p:cNvSpPr txBox="1">
            <a:spLocks noGrp="1"/>
          </p:cNvSpPr>
          <p:nvPr>
            <p:ph type="title" idx="4"/>
          </p:nvPr>
        </p:nvSpPr>
        <p:spPr>
          <a:xfrm>
            <a:off x="5329763" y="3313300"/>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41" name="Google Shape;241;p36"/>
          <p:cNvSpPr txBox="1">
            <a:spLocks noGrp="1"/>
          </p:cNvSpPr>
          <p:nvPr>
            <p:ph type="title" idx="5"/>
          </p:nvPr>
        </p:nvSpPr>
        <p:spPr>
          <a:xfrm>
            <a:off x="5329775" y="3715600"/>
            <a:ext cx="2899800" cy="7680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3">
  <p:cSld name="CUSTOM_38">
    <p:spTree>
      <p:nvGrpSpPr>
        <p:cNvPr id="1" name="Shape 242"/>
        <p:cNvGrpSpPr/>
        <p:nvPr/>
      </p:nvGrpSpPr>
      <p:grpSpPr>
        <a:xfrm>
          <a:off x="0" y="0"/>
          <a:ext cx="0" cy="0"/>
          <a:chOff x="0" y="0"/>
          <a:chExt cx="0" cy="0"/>
        </a:xfrm>
      </p:grpSpPr>
      <p:sp>
        <p:nvSpPr>
          <p:cNvPr id="243" name="Google Shape;243;p37"/>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44" name="Google Shape;244;p37"/>
          <p:cNvSpPr txBox="1">
            <a:spLocks noGrp="1"/>
          </p:cNvSpPr>
          <p:nvPr>
            <p:ph type="title" idx="2"/>
          </p:nvPr>
        </p:nvSpPr>
        <p:spPr>
          <a:xfrm>
            <a:off x="4647507" y="1033275"/>
            <a:ext cx="3753000" cy="353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Char char="●"/>
              <a:defRPr sz="1200" b="0">
                <a:latin typeface="Montserrat"/>
                <a:ea typeface="Montserrat"/>
                <a:cs typeface="Montserrat"/>
                <a:sym typeface="Montserrat"/>
              </a:defRPr>
            </a:lvl1pPr>
            <a:lvl2pPr lvl="1" rtl="0">
              <a:spcBef>
                <a:spcPts val="0"/>
              </a:spcBef>
              <a:spcAft>
                <a:spcPts val="0"/>
              </a:spcAft>
              <a:buSzPts val="1400"/>
              <a:buFont typeface="Montserrat"/>
              <a:buChar char="○"/>
              <a:defRPr sz="1400">
                <a:latin typeface="Montserrat"/>
                <a:ea typeface="Montserrat"/>
                <a:cs typeface="Montserrat"/>
                <a:sym typeface="Montserrat"/>
              </a:defRPr>
            </a:lvl2pPr>
            <a:lvl3pPr lvl="2" rtl="0">
              <a:spcBef>
                <a:spcPts val="0"/>
              </a:spcBef>
              <a:spcAft>
                <a:spcPts val="0"/>
              </a:spcAft>
              <a:buSzPts val="1400"/>
              <a:buFont typeface="Montserrat"/>
              <a:buChar char="■"/>
              <a:defRPr sz="1400">
                <a:latin typeface="Montserrat"/>
                <a:ea typeface="Montserrat"/>
                <a:cs typeface="Montserrat"/>
                <a:sym typeface="Montserrat"/>
              </a:defRPr>
            </a:lvl3pPr>
            <a:lvl4pPr lvl="3" rtl="0">
              <a:spcBef>
                <a:spcPts val="0"/>
              </a:spcBef>
              <a:spcAft>
                <a:spcPts val="0"/>
              </a:spcAft>
              <a:buSzPts val="1400"/>
              <a:buFont typeface="Montserrat"/>
              <a:buChar char="●"/>
              <a:defRPr sz="1400">
                <a:latin typeface="Montserrat"/>
                <a:ea typeface="Montserrat"/>
                <a:cs typeface="Montserrat"/>
                <a:sym typeface="Montserrat"/>
              </a:defRPr>
            </a:lvl4pPr>
            <a:lvl5pPr lvl="4" rtl="0">
              <a:spcBef>
                <a:spcPts val="0"/>
              </a:spcBef>
              <a:spcAft>
                <a:spcPts val="0"/>
              </a:spcAft>
              <a:buSzPts val="1400"/>
              <a:buFont typeface="Montserrat"/>
              <a:buChar char="○"/>
              <a:defRPr sz="1400">
                <a:latin typeface="Montserrat"/>
                <a:ea typeface="Montserrat"/>
                <a:cs typeface="Montserrat"/>
                <a:sym typeface="Montserrat"/>
              </a:defRPr>
            </a:lvl5pPr>
            <a:lvl6pPr lvl="5" rtl="0">
              <a:spcBef>
                <a:spcPts val="0"/>
              </a:spcBef>
              <a:spcAft>
                <a:spcPts val="0"/>
              </a:spcAft>
              <a:buSzPts val="1400"/>
              <a:buFont typeface="Montserrat"/>
              <a:buChar char="■"/>
              <a:defRPr sz="1400">
                <a:latin typeface="Montserrat"/>
                <a:ea typeface="Montserrat"/>
                <a:cs typeface="Montserrat"/>
                <a:sym typeface="Montserrat"/>
              </a:defRPr>
            </a:lvl6pPr>
            <a:lvl7pPr lvl="6" rtl="0">
              <a:spcBef>
                <a:spcPts val="0"/>
              </a:spcBef>
              <a:spcAft>
                <a:spcPts val="0"/>
              </a:spcAft>
              <a:buSzPts val="1400"/>
              <a:buFont typeface="Montserrat"/>
              <a:buChar char="●"/>
              <a:defRPr sz="1400">
                <a:latin typeface="Montserrat"/>
                <a:ea typeface="Montserrat"/>
                <a:cs typeface="Montserrat"/>
                <a:sym typeface="Montserrat"/>
              </a:defRPr>
            </a:lvl7pPr>
            <a:lvl8pPr lvl="7" rtl="0">
              <a:spcBef>
                <a:spcPts val="0"/>
              </a:spcBef>
              <a:spcAft>
                <a:spcPts val="0"/>
              </a:spcAft>
              <a:buSzPts val="1400"/>
              <a:buFont typeface="Montserrat"/>
              <a:buChar char="○"/>
              <a:defRPr sz="1400">
                <a:latin typeface="Montserrat"/>
                <a:ea typeface="Montserrat"/>
                <a:cs typeface="Montserrat"/>
                <a:sym typeface="Montserrat"/>
              </a:defRPr>
            </a:lvl8pPr>
            <a:lvl9pPr lvl="8" rtl="0">
              <a:spcBef>
                <a:spcPts val="0"/>
              </a:spcBef>
              <a:spcAft>
                <a:spcPts val="0"/>
              </a:spcAft>
              <a:buSzPts val="1400"/>
              <a:buFont typeface="Montserrat"/>
              <a:buChar char="■"/>
              <a:defRPr sz="1400">
                <a:latin typeface="Montserrat"/>
                <a:ea typeface="Montserrat"/>
                <a:cs typeface="Montserrat"/>
                <a:sym typeface="Montserrat"/>
              </a:defRPr>
            </a:lvl9pPr>
          </a:lstStyle>
          <a:p>
            <a:endParaRPr/>
          </a:p>
        </p:txBody>
      </p:sp>
      <p:sp>
        <p:nvSpPr>
          <p:cNvPr id="245" name="Google Shape;245;p37"/>
          <p:cNvSpPr txBox="1">
            <a:spLocks noGrp="1"/>
          </p:cNvSpPr>
          <p:nvPr>
            <p:ph type="title" idx="3"/>
          </p:nvPr>
        </p:nvSpPr>
        <p:spPr>
          <a:xfrm>
            <a:off x="731197" y="1033275"/>
            <a:ext cx="3752100" cy="35355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Char char="●"/>
              <a:defRPr sz="1400" b="0">
                <a:latin typeface="Montserrat"/>
                <a:ea typeface="Montserrat"/>
                <a:cs typeface="Montserrat"/>
                <a:sym typeface="Montserrat"/>
              </a:defRPr>
            </a:lvl1pPr>
            <a:lvl2pPr lvl="1" rtl="0">
              <a:spcBef>
                <a:spcPts val="0"/>
              </a:spcBef>
              <a:spcAft>
                <a:spcPts val="0"/>
              </a:spcAft>
              <a:buSzPts val="1400"/>
              <a:buFont typeface="Montserrat"/>
              <a:buChar char="○"/>
              <a:defRPr sz="1400">
                <a:latin typeface="Montserrat"/>
                <a:ea typeface="Montserrat"/>
                <a:cs typeface="Montserrat"/>
                <a:sym typeface="Montserrat"/>
              </a:defRPr>
            </a:lvl2pPr>
            <a:lvl3pPr lvl="2" rtl="0">
              <a:spcBef>
                <a:spcPts val="0"/>
              </a:spcBef>
              <a:spcAft>
                <a:spcPts val="0"/>
              </a:spcAft>
              <a:buSzPts val="1400"/>
              <a:buFont typeface="Montserrat"/>
              <a:buChar char="■"/>
              <a:defRPr sz="1400">
                <a:latin typeface="Montserrat"/>
                <a:ea typeface="Montserrat"/>
                <a:cs typeface="Montserrat"/>
                <a:sym typeface="Montserrat"/>
              </a:defRPr>
            </a:lvl3pPr>
            <a:lvl4pPr lvl="3" rtl="0">
              <a:spcBef>
                <a:spcPts val="0"/>
              </a:spcBef>
              <a:spcAft>
                <a:spcPts val="0"/>
              </a:spcAft>
              <a:buSzPts val="1400"/>
              <a:buFont typeface="Montserrat"/>
              <a:buChar char="●"/>
              <a:defRPr sz="1400">
                <a:latin typeface="Montserrat"/>
                <a:ea typeface="Montserrat"/>
                <a:cs typeface="Montserrat"/>
                <a:sym typeface="Montserrat"/>
              </a:defRPr>
            </a:lvl4pPr>
            <a:lvl5pPr lvl="4" rtl="0">
              <a:spcBef>
                <a:spcPts val="0"/>
              </a:spcBef>
              <a:spcAft>
                <a:spcPts val="0"/>
              </a:spcAft>
              <a:buSzPts val="1400"/>
              <a:buFont typeface="Montserrat"/>
              <a:buChar char="○"/>
              <a:defRPr sz="1400">
                <a:latin typeface="Montserrat"/>
                <a:ea typeface="Montserrat"/>
                <a:cs typeface="Montserrat"/>
                <a:sym typeface="Montserrat"/>
              </a:defRPr>
            </a:lvl5pPr>
            <a:lvl6pPr lvl="5" rtl="0">
              <a:spcBef>
                <a:spcPts val="0"/>
              </a:spcBef>
              <a:spcAft>
                <a:spcPts val="0"/>
              </a:spcAft>
              <a:buSzPts val="1400"/>
              <a:buFont typeface="Montserrat"/>
              <a:buChar char="■"/>
              <a:defRPr sz="1400">
                <a:latin typeface="Montserrat"/>
                <a:ea typeface="Montserrat"/>
                <a:cs typeface="Montserrat"/>
                <a:sym typeface="Montserrat"/>
              </a:defRPr>
            </a:lvl6pPr>
            <a:lvl7pPr lvl="6" rtl="0">
              <a:spcBef>
                <a:spcPts val="0"/>
              </a:spcBef>
              <a:spcAft>
                <a:spcPts val="0"/>
              </a:spcAft>
              <a:buSzPts val="1400"/>
              <a:buFont typeface="Montserrat"/>
              <a:buChar char="●"/>
              <a:defRPr sz="1400">
                <a:latin typeface="Montserrat"/>
                <a:ea typeface="Montserrat"/>
                <a:cs typeface="Montserrat"/>
                <a:sym typeface="Montserrat"/>
              </a:defRPr>
            </a:lvl7pPr>
            <a:lvl8pPr lvl="7" rtl="0">
              <a:spcBef>
                <a:spcPts val="0"/>
              </a:spcBef>
              <a:spcAft>
                <a:spcPts val="0"/>
              </a:spcAft>
              <a:buSzPts val="1400"/>
              <a:buFont typeface="Montserrat"/>
              <a:buChar char="○"/>
              <a:defRPr sz="1400">
                <a:latin typeface="Montserrat"/>
                <a:ea typeface="Montserrat"/>
                <a:cs typeface="Montserrat"/>
                <a:sym typeface="Montserrat"/>
              </a:defRPr>
            </a:lvl8pPr>
            <a:lvl9pPr lvl="8" rtl="0">
              <a:spcBef>
                <a:spcPts val="0"/>
              </a:spcBef>
              <a:spcAft>
                <a:spcPts val="0"/>
              </a:spcAft>
              <a:buSzPts val="1400"/>
              <a:buFont typeface="Montserrat"/>
              <a:buChar char="■"/>
              <a:defRPr sz="1400">
                <a:latin typeface="Montserrat"/>
                <a:ea typeface="Montserrat"/>
                <a:cs typeface="Montserrat"/>
                <a:sym typeface="Montserrat"/>
              </a:defRPr>
            </a:lvl9pPr>
          </a:lstStyle>
          <a:p>
            <a:endParaRPr/>
          </a:p>
        </p:txBody>
      </p:sp>
      <p:sp>
        <p:nvSpPr>
          <p:cNvPr id="246" name="Google Shape;246;p37"/>
          <p:cNvSpPr/>
          <p:nvPr/>
        </p:nvSpPr>
        <p:spPr>
          <a:xfrm rot="10800000">
            <a:off x="6510000" y="-7500"/>
            <a:ext cx="2634000" cy="5418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7"/>
          <p:cNvSpPr/>
          <p:nvPr/>
        </p:nvSpPr>
        <p:spPr>
          <a:xfrm rot="10800000">
            <a:off x="0" y="4609200"/>
            <a:ext cx="2634000" cy="53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six columns">
  <p:cSld name="CUSTOM_5">
    <p:spTree>
      <p:nvGrpSpPr>
        <p:cNvPr id="1" name="Shape 248"/>
        <p:cNvGrpSpPr/>
        <p:nvPr/>
      </p:nvGrpSpPr>
      <p:grpSpPr>
        <a:xfrm>
          <a:off x="0" y="0"/>
          <a:ext cx="0" cy="0"/>
          <a:chOff x="0" y="0"/>
          <a:chExt cx="0" cy="0"/>
        </a:xfrm>
      </p:grpSpPr>
      <p:sp>
        <p:nvSpPr>
          <p:cNvPr id="249" name="Google Shape;249;p38"/>
          <p:cNvSpPr txBox="1">
            <a:spLocks noGrp="1"/>
          </p:cNvSpPr>
          <p:nvPr>
            <p:ph type="body" idx="1"/>
          </p:nvPr>
        </p:nvSpPr>
        <p:spPr>
          <a:xfrm>
            <a:off x="746625" y="1918350"/>
            <a:ext cx="2184900" cy="1173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250" name="Google Shape;250;p38"/>
          <p:cNvSpPr txBox="1">
            <a:spLocks noGrp="1"/>
          </p:cNvSpPr>
          <p:nvPr>
            <p:ph type="title"/>
          </p:nvPr>
        </p:nvSpPr>
        <p:spPr>
          <a:xfrm>
            <a:off x="723975" y="1394375"/>
            <a:ext cx="2207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1600"/>
              <a:buNone/>
              <a:defRPr sz="2100">
                <a:solidFill>
                  <a:schemeClr val="accent5"/>
                </a:solidFill>
              </a:defRPr>
            </a:lvl1pPr>
            <a:lvl2pPr lvl="1" algn="ctr" rtl="0">
              <a:spcBef>
                <a:spcPts val="0"/>
              </a:spcBef>
              <a:spcAft>
                <a:spcPts val="0"/>
              </a:spcAft>
              <a:buClr>
                <a:schemeClr val="accent3"/>
              </a:buClr>
              <a:buSzPts val="1600"/>
              <a:buNone/>
              <a:defRPr sz="1600">
                <a:solidFill>
                  <a:schemeClr val="accent3"/>
                </a:solidFill>
              </a:defRPr>
            </a:lvl2pPr>
            <a:lvl3pPr lvl="2" algn="ctr" rtl="0">
              <a:spcBef>
                <a:spcPts val="0"/>
              </a:spcBef>
              <a:spcAft>
                <a:spcPts val="0"/>
              </a:spcAft>
              <a:buClr>
                <a:schemeClr val="accent3"/>
              </a:buClr>
              <a:buSzPts val="1600"/>
              <a:buNone/>
              <a:defRPr sz="1600">
                <a:solidFill>
                  <a:schemeClr val="accent3"/>
                </a:solidFill>
              </a:defRPr>
            </a:lvl3pPr>
            <a:lvl4pPr lvl="3" algn="ctr" rtl="0">
              <a:spcBef>
                <a:spcPts val="0"/>
              </a:spcBef>
              <a:spcAft>
                <a:spcPts val="0"/>
              </a:spcAft>
              <a:buClr>
                <a:schemeClr val="accent3"/>
              </a:buClr>
              <a:buSzPts val="1600"/>
              <a:buNone/>
              <a:defRPr sz="1600">
                <a:solidFill>
                  <a:schemeClr val="accent3"/>
                </a:solidFill>
              </a:defRPr>
            </a:lvl4pPr>
            <a:lvl5pPr lvl="4" algn="ctr" rtl="0">
              <a:spcBef>
                <a:spcPts val="0"/>
              </a:spcBef>
              <a:spcAft>
                <a:spcPts val="0"/>
              </a:spcAft>
              <a:buClr>
                <a:schemeClr val="accent3"/>
              </a:buClr>
              <a:buSzPts val="1600"/>
              <a:buNone/>
              <a:defRPr sz="1600">
                <a:solidFill>
                  <a:schemeClr val="accent3"/>
                </a:solidFill>
              </a:defRPr>
            </a:lvl5pPr>
            <a:lvl6pPr lvl="5" algn="ctr" rtl="0">
              <a:spcBef>
                <a:spcPts val="0"/>
              </a:spcBef>
              <a:spcAft>
                <a:spcPts val="0"/>
              </a:spcAft>
              <a:buClr>
                <a:schemeClr val="accent3"/>
              </a:buClr>
              <a:buSzPts val="1600"/>
              <a:buNone/>
              <a:defRPr sz="1600">
                <a:solidFill>
                  <a:schemeClr val="accent3"/>
                </a:solidFill>
              </a:defRPr>
            </a:lvl6pPr>
            <a:lvl7pPr lvl="6" algn="ctr" rtl="0">
              <a:spcBef>
                <a:spcPts val="0"/>
              </a:spcBef>
              <a:spcAft>
                <a:spcPts val="0"/>
              </a:spcAft>
              <a:buClr>
                <a:schemeClr val="accent3"/>
              </a:buClr>
              <a:buSzPts val="1600"/>
              <a:buNone/>
              <a:defRPr sz="1600">
                <a:solidFill>
                  <a:schemeClr val="accent3"/>
                </a:solidFill>
              </a:defRPr>
            </a:lvl7pPr>
            <a:lvl8pPr lvl="7" algn="ctr" rtl="0">
              <a:spcBef>
                <a:spcPts val="0"/>
              </a:spcBef>
              <a:spcAft>
                <a:spcPts val="0"/>
              </a:spcAft>
              <a:buClr>
                <a:schemeClr val="accent3"/>
              </a:buClr>
              <a:buSzPts val="1600"/>
              <a:buNone/>
              <a:defRPr sz="1600">
                <a:solidFill>
                  <a:schemeClr val="accent3"/>
                </a:solidFill>
              </a:defRPr>
            </a:lvl8pPr>
            <a:lvl9pPr lvl="8" algn="ctr" rtl="0">
              <a:spcBef>
                <a:spcPts val="0"/>
              </a:spcBef>
              <a:spcAft>
                <a:spcPts val="0"/>
              </a:spcAft>
              <a:buClr>
                <a:schemeClr val="accent3"/>
              </a:buClr>
              <a:buSzPts val="1600"/>
              <a:buNone/>
              <a:defRPr sz="1600">
                <a:solidFill>
                  <a:schemeClr val="accent3"/>
                </a:solidFill>
              </a:defRPr>
            </a:lvl9pPr>
          </a:lstStyle>
          <a:p>
            <a:endParaRPr/>
          </a:p>
        </p:txBody>
      </p:sp>
      <p:sp>
        <p:nvSpPr>
          <p:cNvPr id="251" name="Google Shape;251;p38"/>
          <p:cNvSpPr txBox="1">
            <a:spLocks noGrp="1"/>
          </p:cNvSpPr>
          <p:nvPr>
            <p:ph type="title" idx="2"/>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52" name="Google Shape;252;p38"/>
          <p:cNvSpPr txBox="1">
            <a:spLocks noGrp="1"/>
          </p:cNvSpPr>
          <p:nvPr>
            <p:ph type="body" idx="3"/>
          </p:nvPr>
        </p:nvSpPr>
        <p:spPr>
          <a:xfrm>
            <a:off x="3519468" y="1918350"/>
            <a:ext cx="2184900" cy="1173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253" name="Google Shape;253;p38"/>
          <p:cNvSpPr txBox="1">
            <a:spLocks noGrp="1"/>
          </p:cNvSpPr>
          <p:nvPr>
            <p:ph type="title" idx="4"/>
          </p:nvPr>
        </p:nvSpPr>
        <p:spPr>
          <a:xfrm>
            <a:off x="3496818" y="1394375"/>
            <a:ext cx="2207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1600"/>
              <a:buNone/>
              <a:defRPr sz="2100">
                <a:solidFill>
                  <a:schemeClr val="accent5"/>
                </a:solidFill>
              </a:defRPr>
            </a:lvl1pPr>
            <a:lvl2pPr lvl="1" algn="ctr" rtl="0">
              <a:spcBef>
                <a:spcPts val="0"/>
              </a:spcBef>
              <a:spcAft>
                <a:spcPts val="0"/>
              </a:spcAft>
              <a:buClr>
                <a:schemeClr val="accent3"/>
              </a:buClr>
              <a:buSzPts val="1600"/>
              <a:buNone/>
              <a:defRPr sz="1600">
                <a:solidFill>
                  <a:schemeClr val="accent3"/>
                </a:solidFill>
              </a:defRPr>
            </a:lvl2pPr>
            <a:lvl3pPr lvl="2" algn="ctr" rtl="0">
              <a:spcBef>
                <a:spcPts val="0"/>
              </a:spcBef>
              <a:spcAft>
                <a:spcPts val="0"/>
              </a:spcAft>
              <a:buClr>
                <a:schemeClr val="accent3"/>
              </a:buClr>
              <a:buSzPts val="1600"/>
              <a:buNone/>
              <a:defRPr sz="1600">
                <a:solidFill>
                  <a:schemeClr val="accent3"/>
                </a:solidFill>
              </a:defRPr>
            </a:lvl3pPr>
            <a:lvl4pPr lvl="3" algn="ctr" rtl="0">
              <a:spcBef>
                <a:spcPts val="0"/>
              </a:spcBef>
              <a:spcAft>
                <a:spcPts val="0"/>
              </a:spcAft>
              <a:buClr>
                <a:schemeClr val="accent3"/>
              </a:buClr>
              <a:buSzPts val="1600"/>
              <a:buNone/>
              <a:defRPr sz="1600">
                <a:solidFill>
                  <a:schemeClr val="accent3"/>
                </a:solidFill>
              </a:defRPr>
            </a:lvl4pPr>
            <a:lvl5pPr lvl="4" algn="ctr" rtl="0">
              <a:spcBef>
                <a:spcPts val="0"/>
              </a:spcBef>
              <a:spcAft>
                <a:spcPts val="0"/>
              </a:spcAft>
              <a:buClr>
                <a:schemeClr val="accent3"/>
              </a:buClr>
              <a:buSzPts val="1600"/>
              <a:buNone/>
              <a:defRPr sz="1600">
                <a:solidFill>
                  <a:schemeClr val="accent3"/>
                </a:solidFill>
              </a:defRPr>
            </a:lvl5pPr>
            <a:lvl6pPr lvl="5" algn="ctr" rtl="0">
              <a:spcBef>
                <a:spcPts val="0"/>
              </a:spcBef>
              <a:spcAft>
                <a:spcPts val="0"/>
              </a:spcAft>
              <a:buClr>
                <a:schemeClr val="accent3"/>
              </a:buClr>
              <a:buSzPts val="1600"/>
              <a:buNone/>
              <a:defRPr sz="1600">
                <a:solidFill>
                  <a:schemeClr val="accent3"/>
                </a:solidFill>
              </a:defRPr>
            </a:lvl6pPr>
            <a:lvl7pPr lvl="6" algn="ctr" rtl="0">
              <a:spcBef>
                <a:spcPts val="0"/>
              </a:spcBef>
              <a:spcAft>
                <a:spcPts val="0"/>
              </a:spcAft>
              <a:buClr>
                <a:schemeClr val="accent3"/>
              </a:buClr>
              <a:buSzPts val="1600"/>
              <a:buNone/>
              <a:defRPr sz="1600">
                <a:solidFill>
                  <a:schemeClr val="accent3"/>
                </a:solidFill>
              </a:defRPr>
            </a:lvl7pPr>
            <a:lvl8pPr lvl="7" algn="ctr" rtl="0">
              <a:spcBef>
                <a:spcPts val="0"/>
              </a:spcBef>
              <a:spcAft>
                <a:spcPts val="0"/>
              </a:spcAft>
              <a:buClr>
                <a:schemeClr val="accent3"/>
              </a:buClr>
              <a:buSzPts val="1600"/>
              <a:buNone/>
              <a:defRPr sz="1600">
                <a:solidFill>
                  <a:schemeClr val="accent3"/>
                </a:solidFill>
              </a:defRPr>
            </a:lvl8pPr>
            <a:lvl9pPr lvl="8" algn="ctr" rtl="0">
              <a:spcBef>
                <a:spcPts val="0"/>
              </a:spcBef>
              <a:spcAft>
                <a:spcPts val="0"/>
              </a:spcAft>
              <a:buClr>
                <a:schemeClr val="accent3"/>
              </a:buClr>
              <a:buSzPts val="1600"/>
              <a:buNone/>
              <a:defRPr sz="1600">
                <a:solidFill>
                  <a:schemeClr val="accent3"/>
                </a:solidFill>
              </a:defRPr>
            </a:lvl9pPr>
          </a:lstStyle>
          <a:p>
            <a:endParaRPr/>
          </a:p>
        </p:txBody>
      </p:sp>
      <p:sp>
        <p:nvSpPr>
          <p:cNvPr id="254" name="Google Shape;254;p38"/>
          <p:cNvSpPr txBox="1">
            <a:spLocks noGrp="1"/>
          </p:cNvSpPr>
          <p:nvPr>
            <p:ph type="body" idx="5"/>
          </p:nvPr>
        </p:nvSpPr>
        <p:spPr>
          <a:xfrm>
            <a:off x="6235208" y="1918350"/>
            <a:ext cx="2184900" cy="1173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255" name="Google Shape;255;p38"/>
          <p:cNvSpPr txBox="1">
            <a:spLocks noGrp="1"/>
          </p:cNvSpPr>
          <p:nvPr>
            <p:ph type="title" idx="6"/>
          </p:nvPr>
        </p:nvSpPr>
        <p:spPr>
          <a:xfrm>
            <a:off x="6212558" y="1394375"/>
            <a:ext cx="2207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1600"/>
              <a:buNone/>
              <a:defRPr sz="2100">
                <a:solidFill>
                  <a:schemeClr val="accent5"/>
                </a:solidFill>
              </a:defRPr>
            </a:lvl1pPr>
            <a:lvl2pPr lvl="1" algn="ctr" rtl="0">
              <a:spcBef>
                <a:spcPts val="0"/>
              </a:spcBef>
              <a:spcAft>
                <a:spcPts val="0"/>
              </a:spcAft>
              <a:buClr>
                <a:schemeClr val="accent3"/>
              </a:buClr>
              <a:buSzPts val="1600"/>
              <a:buNone/>
              <a:defRPr sz="1600">
                <a:solidFill>
                  <a:schemeClr val="accent3"/>
                </a:solidFill>
              </a:defRPr>
            </a:lvl2pPr>
            <a:lvl3pPr lvl="2" algn="ctr" rtl="0">
              <a:spcBef>
                <a:spcPts val="0"/>
              </a:spcBef>
              <a:spcAft>
                <a:spcPts val="0"/>
              </a:spcAft>
              <a:buClr>
                <a:schemeClr val="accent3"/>
              </a:buClr>
              <a:buSzPts val="1600"/>
              <a:buNone/>
              <a:defRPr sz="1600">
                <a:solidFill>
                  <a:schemeClr val="accent3"/>
                </a:solidFill>
              </a:defRPr>
            </a:lvl3pPr>
            <a:lvl4pPr lvl="3" algn="ctr" rtl="0">
              <a:spcBef>
                <a:spcPts val="0"/>
              </a:spcBef>
              <a:spcAft>
                <a:spcPts val="0"/>
              </a:spcAft>
              <a:buClr>
                <a:schemeClr val="accent3"/>
              </a:buClr>
              <a:buSzPts val="1600"/>
              <a:buNone/>
              <a:defRPr sz="1600">
                <a:solidFill>
                  <a:schemeClr val="accent3"/>
                </a:solidFill>
              </a:defRPr>
            </a:lvl4pPr>
            <a:lvl5pPr lvl="4" algn="ctr" rtl="0">
              <a:spcBef>
                <a:spcPts val="0"/>
              </a:spcBef>
              <a:spcAft>
                <a:spcPts val="0"/>
              </a:spcAft>
              <a:buClr>
                <a:schemeClr val="accent3"/>
              </a:buClr>
              <a:buSzPts val="1600"/>
              <a:buNone/>
              <a:defRPr sz="1600">
                <a:solidFill>
                  <a:schemeClr val="accent3"/>
                </a:solidFill>
              </a:defRPr>
            </a:lvl5pPr>
            <a:lvl6pPr lvl="5" algn="ctr" rtl="0">
              <a:spcBef>
                <a:spcPts val="0"/>
              </a:spcBef>
              <a:spcAft>
                <a:spcPts val="0"/>
              </a:spcAft>
              <a:buClr>
                <a:schemeClr val="accent3"/>
              </a:buClr>
              <a:buSzPts val="1600"/>
              <a:buNone/>
              <a:defRPr sz="1600">
                <a:solidFill>
                  <a:schemeClr val="accent3"/>
                </a:solidFill>
              </a:defRPr>
            </a:lvl6pPr>
            <a:lvl7pPr lvl="6" algn="ctr" rtl="0">
              <a:spcBef>
                <a:spcPts val="0"/>
              </a:spcBef>
              <a:spcAft>
                <a:spcPts val="0"/>
              </a:spcAft>
              <a:buClr>
                <a:schemeClr val="accent3"/>
              </a:buClr>
              <a:buSzPts val="1600"/>
              <a:buNone/>
              <a:defRPr sz="1600">
                <a:solidFill>
                  <a:schemeClr val="accent3"/>
                </a:solidFill>
              </a:defRPr>
            </a:lvl7pPr>
            <a:lvl8pPr lvl="7" algn="ctr" rtl="0">
              <a:spcBef>
                <a:spcPts val="0"/>
              </a:spcBef>
              <a:spcAft>
                <a:spcPts val="0"/>
              </a:spcAft>
              <a:buClr>
                <a:schemeClr val="accent3"/>
              </a:buClr>
              <a:buSzPts val="1600"/>
              <a:buNone/>
              <a:defRPr sz="1600">
                <a:solidFill>
                  <a:schemeClr val="accent3"/>
                </a:solidFill>
              </a:defRPr>
            </a:lvl8pPr>
            <a:lvl9pPr lvl="8" algn="ctr" rtl="0">
              <a:spcBef>
                <a:spcPts val="0"/>
              </a:spcBef>
              <a:spcAft>
                <a:spcPts val="0"/>
              </a:spcAft>
              <a:buClr>
                <a:schemeClr val="accent3"/>
              </a:buClr>
              <a:buSzPts val="1600"/>
              <a:buNone/>
              <a:defRPr sz="1600">
                <a:solidFill>
                  <a:schemeClr val="accent3"/>
                </a:solidFill>
              </a:defRPr>
            </a:lvl9pPr>
          </a:lstStyle>
          <a:p>
            <a:endParaRPr/>
          </a:p>
        </p:txBody>
      </p:sp>
      <p:sp>
        <p:nvSpPr>
          <p:cNvPr id="256" name="Google Shape;256;p38"/>
          <p:cNvSpPr txBox="1">
            <a:spLocks noGrp="1"/>
          </p:cNvSpPr>
          <p:nvPr>
            <p:ph type="body" idx="7"/>
          </p:nvPr>
        </p:nvSpPr>
        <p:spPr>
          <a:xfrm>
            <a:off x="746625" y="3616225"/>
            <a:ext cx="2184900" cy="1173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257" name="Google Shape;257;p38"/>
          <p:cNvSpPr txBox="1">
            <a:spLocks noGrp="1"/>
          </p:cNvSpPr>
          <p:nvPr>
            <p:ph type="title" idx="8"/>
          </p:nvPr>
        </p:nvSpPr>
        <p:spPr>
          <a:xfrm>
            <a:off x="723975" y="3092250"/>
            <a:ext cx="2207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1600"/>
              <a:buNone/>
              <a:defRPr sz="2100">
                <a:solidFill>
                  <a:schemeClr val="accent5"/>
                </a:solidFill>
              </a:defRPr>
            </a:lvl1pPr>
            <a:lvl2pPr lvl="1" algn="ctr" rtl="0">
              <a:spcBef>
                <a:spcPts val="0"/>
              </a:spcBef>
              <a:spcAft>
                <a:spcPts val="0"/>
              </a:spcAft>
              <a:buClr>
                <a:schemeClr val="accent3"/>
              </a:buClr>
              <a:buSzPts val="1600"/>
              <a:buNone/>
              <a:defRPr sz="1600">
                <a:solidFill>
                  <a:schemeClr val="accent3"/>
                </a:solidFill>
              </a:defRPr>
            </a:lvl2pPr>
            <a:lvl3pPr lvl="2" algn="ctr" rtl="0">
              <a:spcBef>
                <a:spcPts val="0"/>
              </a:spcBef>
              <a:spcAft>
                <a:spcPts val="0"/>
              </a:spcAft>
              <a:buClr>
                <a:schemeClr val="accent3"/>
              </a:buClr>
              <a:buSzPts val="1600"/>
              <a:buNone/>
              <a:defRPr sz="1600">
                <a:solidFill>
                  <a:schemeClr val="accent3"/>
                </a:solidFill>
              </a:defRPr>
            </a:lvl3pPr>
            <a:lvl4pPr lvl="3" algn="ctr" rtl="0">
              <a:spcBef>
                <a:spcPts val="0"/>
              </a:spcBef>
              <a:spcAft>
                <a:spcPts val="0"/>
              </a:spcAft>
              <a:buClr>
                <a:schemeClr val="accent3"/>
              </a:buClr>
              <a:buSzPts val="1600"/>
              <a:buNone/>
              <a:defRPr sz="1600">
                <a:solidFill>
                  <a:schemeClr val="accent3"/>
                </a:solidFill>
              </a:defRPr>
            </a:lvl4pPr>
            <a:lvl5pPr lvl="4" algn="ctr" rtl="0">
              <a:spcBef>
                <a:spcPts val="0"/>
              </a:spcBef>
              <a:spcAft>
                <a:spcPts val="0"/>
              </a:spcAft>
              <a:buClr>
                <a:schemeClr val="accent3"/>
              </a:buClr>
              <a:buSzPts val="1600"/>
              <a:buNone/>
              <a:defRPr sz="1600">
                <a:solidFill>
                  <a:schemeClr val="accent3"/>
                </a:solidFill>
              </a:defRPr>
            </a:lvl5pPr>
            <a:lvl6pPr lvl="5" algn="ctr" rtl="0">
              <a:spcBef>
                <a:spcPts val="0"/>
              </a:spcBef>
              <a:spcAft>
                <a:spcPts val="0"/>
              </a:spcAft>
              <a:buClr>
                <a:schemeClr val="accent3"/>
              </a:buClr>
              <a:buSzPts val="1600"/>
              <a:buNone/>
              <a:defRPr sz="1600">
                <a:solidFill>
                  <a:schemeClr val="accent3"/>
                </a:solidFill>
              </a:defRPr>
            </a:lvl6pPr>
            <a:lvl7pPr lvl="6" algn="ctr" rtl="0">
              <a:spcBef>
                <a:spcPts val="0"/>
              </a:spcBef>
              <a:spcAft>
                <a:spcPts val="0"/>
              </a:spcAft>
              <a:buClr>
                <a:schemeClr val="accent3"/>
              </a:buClr>
              <a:buSzPts val="1600"/>
              <a:buNone/>
              <a:defRPr sz="1600">
                <a:solidFill>
                  <a:schemeClr val="accent3"/>
                </a:solidFill>
              </a:defRPr>
            </a:lvl7pPr>
            <a:lvl8pPr lvl="7" algn="ctr" rtl="0">
              <a:spcBef>
                <a:spcPts val="0"/>
              </a:spcBef>
              <a:spcAft>
                <a:spcPts val="0"/>
              </a:spcAft>
              <a:buClr>
                <a:schemeClr val="accent3"/>
              </a:buClr>
              <a:buSzPts val="1600"/>
              <a:buNone/>
              <a:defRPr sz="1600">
                <a:solidFill>
                  <a:schemeClr val="accent3"/>
                </a:solidFill>
              </a:defRPr>
            </a:lvl8pPr>
            <a:lvl9pPr lvl="8" algn="ctr" rtl="0">
              <a:spcBef>
                <a:spcPts val="0"/>
              </a:spcBef>
              <a:spcAft>
                <a:spcPts val="0"/>
              </a:spcAft>
              <a:buClr>
                <a:schemeClr val="accent3"/>
              </a:buClr>
              <a:buSzPts val="1600"/>
              <a:buNone/>
              <a:defRPr sz="1600">
                <a:solidFill>
                  <a:schemeClr val="accent3"/>
                </a:solidFill>
              </a:defRPr>
            </a:lvl9pPr>
          </a:lstStyle>
          <a:p>
            <a:endParaRPr/>
          </a:p>
        </p:txBody>
      </p:sp>
      <p:sp>
        <p:nvSpPr>
          <p:cNvPr id="258" name="Google Shape;258;p38"/>
          <p:cNvSpPr txBox="1">
            <a:spLocks noGrp="1"/>
          </p:cNvSpPr>
          <p:nvPr>
            <p:ph type="body" idx="9"/>
          </p:nvPr>
        </p:nvSpPr>
        <p:spPr>
          <a:xfrm>
            <a:off x="3519468" y="3616225"/>
            <a:ext cx="2184900" cy="1173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259" name="Google Shape;259;p38"/>
          <p:cNvSpPr txBox="1">
            <a:spLocks noGrp="1"/>
          </p:cNvSpPr>
          <p:nvPr>
            <p:ph type="title" idx="13"/>
          </p:nvPr>
        </p:nvSpPr>
        <p:spPr>
          <a:xfrm>
            <a:off x="3496818" y="3092250"/>
            <a:ext cx="2207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1600"/>
              <a:buNone/>
              <a:defRPr sz="2100">
                <a:solidFill>
                  <a:schemeClr val="accent5"/>
                </a:solidFill>
              </a:defRPr>
            </a:lvl1pPr>
            <a:lvl2pPr lvl="1" algn="ctr" rtl="0">
              <a:spcBef>
                <a:spcPts val="0"/>
              </a:spcBef>
              <a:spcAft>
                <a:spcPts val="0"/>
              </a:spcAft>
              <a:buClr>
                <a:schemeClr val="accent3"/>
              </a:buClr>
              <a:buSzPts val="1600"/>
              <a:buNone/>
              <a:defRPr sz="1600">
                <a:solidFill>
                  <a:schemeClr val="accent3"/>
                </a:solidFill>
              </a:defRPr>
            </a:lvl2pPr>
            <a:lvl3pPr lvl="2" algn="ctr" rtl="0">
              <a:spcBef>
                <a:spcPts val="0"/>
              </a:spcBef>
              <a:spcAft>
                <a:spcPts val="0"/>
              </a:spcAft>
              <a:buClr>
                <a:schemeClr val="accent3"/>
              </a:buClr>
              <a:buSzPts val="1600"/>
              <a:buNone/>
              <a:defRPr sz="1600">
                <a:solidFill>
                  <a:schemeClr val="accent3"/>
                </a:solidFill>
              </a:defRPr>
            </a:lvl3pPr>
            <a:lvl4pPr lvl="3" algn="ctr" rtl="0">
              <a:spcBef>
                <a:spcPts val="0"/>
              </a:spcBef>
              <a:spcAft>
                <a:spcPts val="0"/>
              </a:spcAft>
              <a:buClr>
                <a:schemeClr val="accent3"/>
              </a:buClr>
              <a:buSzPts val="1600"/>
              <a:buNone/>
              <a:defRPr sz="1600">
                <a:solidFill>
                  <a:schemeClr val="accent3"/>
                </a:solidFill>
              </a:defRPr>
            </a:lvl4pPr>
            <a:lvl5pPr lvl="4" algn="ctr" rtl="0">
              <a:spcBef>
                <a:spcPts val="0"/>
              </a:spcBef>
              <a:spcAft>
                <a:spcPts val="0"/>
              </a:spcAft>
              <a:buClr>
                <a:schemeClr val="accent3"/>
              </a:buClr>
              <a:buSzPts val="1600"/>
              <a:buNone/>
              <a:defRPr sz="1600">
                <a:solidFill>
                  <a:schemeClr val="accent3"/>
                </a:solidFill>
              </a:defRPr>
            </a:lvl5pPr>
            <a:lvl6pPr lvl="5" algn="ctr" rtl="0">
              <a:spcBef>
                <a:spcPts val="0"/>
              </a:spcBef>
              <a:spcAft>
                <a:spcPts val="0"/>
              </a:spcAft>
              <a:buClr>
                <a:schemeClr val="accent3"/>
              </a:buClr>
              <a:buSzPts val="1600"/>
              <a:buNone/>
              <a:defRPr sz="1600">
                <a:solidFill>
                  <a:schemeClr val="accent3"/>
                </a:solidFill>
              </a:defRPr>
            </a:lvl6pPr>
            <a:lvl7pPr lvl="6" algn="ctr" rtl="0">
              <a:spcBef>
                <a:spcPts val="0"/>
              </a:spcBef>
              <a:spcAft>
                <a:spcPts val="0"/>
              </a:spcAft>
              <a:buClr>
                <a:schemeClr val="accent3"/>
              </a:buClr>
              <a:buSzPts val="1600"/>
              <a:buNone/>
              <a:defRPr sz="1600">
                <a:solidFill>
                  <a:schemeClr val="accent3"/>
                </a:solidFill>
              </a:defRPr>
            </a:lvl7pPr>
            <a:lvl8pPr lvl="7" algn="ctr" rtl="0">
              <a:spcBef>
                <a:spcPts val="0"/>
              </a:spcBef>
              <a:spcAft>
                <a:spcPts val="0"/>
              </a:spcAft>
              <a:buClr>
                <a:schemeClr val="accent3"/>
              </a:buClr>
              <a:buSzPts val="1600"/>
              <a:buNone/>
              <a:defRPr sz="1600">
                <a:solidFill>
                  <a:schemeClr val="accent3"/>
                </a:solidFill>
              </a:defRPr>
            </a:lvl8pPr>
            <a:lvl9pPr lvl="8" algn="ctr" rtl="0">
              <a:spcBef>
                <a:spcPts val="0"/>
              </a:spcBef>
              <a:spcAft>
                <a:spcPts val="0"/>
              </a:spcAft>
              <a:buClr>
                <a:schemeClr val="accent3"/>
              </a:buClr>
              <a:buSzPts val="1600"/>
              <a:buNone/>
              <a:defRPr sz="1600">
                <a:solidFill>
                  <a:schemeClr val="accent3"/>
                </a:solidFill>
              </a:defRPr>
            </a:lvl9pPr>
          </a:lstStyle>
          <a:p>
            <a:endParaRPr/>
          </a:p>
        </p:txBody>
      </p:sp>
      <p:sp>
        <p:nvSpPr>
          <p:cNvPr id="260" name="Google Shape;260;p38"/>
          <p:cNvSpPr txBox="1">
            <a:spLocks noGrp="1"/>
          </p:cNvSpPr>
          <p:nvPr>
            <p:ph type="body" idx="14"/>
          </p:nvPr>
        </p:nvSpPr>
        <p:spPr>
          <a:xfrm>
            <a:off x="6235208" y="3616225"/>
            <a:ext cx="2184900" cy="1173900"/>
          </a:xfrm>
          <a:prstGeom prst="rect">
            <a:avLst/>
          </a:prstGeom>
        </p:spPr>
        <p:txBody>
          <a:bodyPr spcFirstLastPara="1" wrap="square" lIns="91425" tIns="91425" rIns="91425" bIns="91425" anchor="t" anchorCtr="0">
            <a:noAutofit/>
          </a:bodyPr>
          <a:lstStyle>
            <a:lvl1pPr marL="457200" lvl="0" indent="-317500" algn="ctr" rtl="0">
              <a:spcBef>
                <a:spcPts val="0"/>
              </a:spcBef>
              <a:spcAft>
                <a:spcPts val="0"/>
              </a:spcAft>
              <a:buSzPts val="1400"/>
              <a:buChar char="●"/>
              <a:defRPr sz="1400"/>
            </a:lvl1pPr>
            <a:lvl2pPr marL="914400" lvl="1" indent="-304800" algn="ctr" rtl="0">
              <a:spcBef>
                <a:spcPts val="1600"/>
              </a:spcBef>
              <a:spcAft>
                <a:spcPts val="0"/>
              </a:spcAft>
              <a:buSzPts val="1200"/>
              <a:buChar char="○"/>
              <a:defRPr sz="1200"/>
            </a:lvl2pPr>
            <a:lvl3pPr marL="1371600" lvl="2" indent="-304800" algn="ctr" rtl="0">
              <a:spcBef>
                <a:spcPts val="1600"/>
              </a:spcBef>
              <a:spcAft>
                <a:spcPts val="0"/>
              </a:spcAft>
              <a:buSzPts val="1200"/>
              <a:buChar char="■"/>
              <a:defRPr sz="1200"/>
            </a:lvl3pPr>
            <a:lvl4pPr marL="1828800" lvl="3" indent="-304800" algn="ctr" rtl="0">
              <a:spcBef>
                <a:spcPts val="1600"/>
              </a:spcBef>
              <a:spcAft>
                <a:spcPts val="0"/>
              </a:spcAft>
              <a:buSzPts val="1200"/>
              <a:buChar char="●"/>
              <a:defRPr sz="1200"/>
            </a:lvl4pPr>
            <a:lvl5pPr marL="2286000" lvl="4" indent="-304800" algn="ctr" rtl="0">
              <a:spcBef>
                <a:spcPts val="1600"/>
              </a:spcBef>
              <a:spcAft>
                <a:spcPts val="0"/>
              </a:spcAft>
              <a:buSzPts val="1200"/>
              <a:buChar char="○"/>
              <a:defRPr sz="1200"/>
            </a:lvl5pPr>
            <a:lvl6pPr marL="2743200" lvl="5" indent="-304800" algn="ctr" rtl="0">
              <a:spcBef>
                <a:spcPts val="1600"/>
              </a:spcBef>
              <a:spcAft>
                <a:spcPts val="0"/>
              </a:spcAft>
              <a:buSzPts val="1200"/>
              <a:buChar char="■"/>
              <a:defRPr sz="1200"/>
            </a:lvl6pPr>
            <a:lvl7pPr marL="3200400" lvl="6" indent="-304800" algn="ctr" rtl="0">
              <a:spcBef>
                <a:spcPts val="1600"/>
              </a:spcBef>
              <a:spcAft>
                <a:spcPts val="0"/>
              </a:spcAft>
              <a:buSzPts val="1200"/>
              <a:buChar char="●"/>
              <a:defRPr sz="1200"/>
            </a:lvl7pPr>
            <a:lvl8pPr marL="3657600" lvl="7" indent="-304800" algn="ctr" rtl="0">
              <a:spcBef>
                <a:spcPts val="1600"/>
              </a:spcBef>
              <a:spcAft>
                <a:spcPts val="0"/>
              </a:spcAft>
              <a:buSzPts val="1200"/>
              <a:buChar char="○"/>
              <a:defRPr sz="1200"/>
            </a:lvl8pPr>
            <a:lvl9pPr marL="4114800" lvl="8" indent="-304800" algn="ctr" rtl="0">
              <a:spcBef>
                <a:spcPts val="1600"/>
              </a:spcBef>
              <a:spcAft>
                <a:spcPts val="1600"/>
              </a:spcAft>
              <a:buSzPts val="1200"/>
              <a:buChar char="■"/>
              <a:defRPr sz="1200"/>
            </a:lvl9pPr>
          </a:lstStyle>
          <a:p>
            <a:endParaRPr/>
          </a:p>
        </p:txBody>
      </p:sp>
      <p:sp>
        <p:nvSpPr>
          <p:cNvPr id="261" name="Google Shape;261;p38"/>
          <p:cNvSpPr txBox="1">
            <a:spLocks noGrp="1"/>
          </p:cNvSpPr>
          <p:nvPr>
            <p:ph type="title" idx="15"/>
          </p:nvPr>
        </p:nvSpPr>
        <p:spPr>
          <a:xfrm>
            <a:off x="6212558" y="3092250"/>
            <a:ext cx="22071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3"/>
              </a:buClr>
              <a:buSzPts val="1600"/>
              <a:buNone/>
              <a:defRPr sz="2100">
                <a:solidFill>
                  <a:schemeClr val="accent5"/>
                </a:solidFill>
              </a:defRPr>
            </a:lvl1pPr>
            <a:lvl2pPr lvl="1" algn="ctr" rtl="0">
              <a:spcBef>
                <a:spcPts val="0"/>
              </a:spcBef>
              <a:spcAft>
                <a:spcPts val="0"/>
              </a:spcAft>
              <a:buClr>
                <a:schemeClr val="accent3"/>
              </a:buClr>
              <a:buSzPts val="1600"/>
              <a:buNone/>
              <a:defRPr sz="1600">
                <a:solidFill>
                  <a:schemeClr val="accent3"/>
                </a:solidFill>
              </a:defRPr>
            </a:lvl2pPr>
            <a:lvl3pPr lvl="2" algn="ctr" rtl="0">
              <a:spcBef>
                <a:spcPts val="0"/>
              </a:spcBef>
              <a:spcAft>
                <a:spcPts val="0"/>
              </a:spcAft>
              <a:buClr>
                <a:schemeClr val="accent3"/>
              </a:buClr>
              <a:buSzPts val="1600"/>
              <a:buNone/>
              <a:defRPr sz="1600">
                <a:solidFill>
                  <a:schemeClr val="accent3"/>
                </a:solidFill>
              </a:defRPr>
            </a:lvl3pPr>
            <a:lvl4pPr lvl="3" algn="ctr" rtl="0">
              <a:spcBef>
                <a:spcPts val="0"/>
              </a:spcBef>
              <a:spcAft>
                <a:spcPts val="0"/>
              </a:spcAft>
              <a:buClr>
                <a:schemeClr val="accent3"/>
              </a:buClr>
              <a:buSzPts val="1600"/>
              <a:buNone/>
              <a:defRPr sz="1600">
                <a:solidFill>
                  <a:schemeClr val="accent3"/>
                </a:solidFill>
              </a:defRPr>
            </a:lvl4pPr>
            <a:lvl5pPr lvl="4" algn="ctr" rtl="0">
              <a:spcBef>
                <a:spcPts val="0"/>
              </a:spcBef>
              <a:spcAft>
                <a:spcPts val="0"/>
              </a:spcAft>
              <a:buClr>
                <a:schemeClr val="accent3"/>
              </a:buClr>
              <a:buSzPts val="1600"/>
              <a:buNone/>
              <a:defRPr sz="1600">
                <a:solidFill>
                  <a:schemeClr val="accent3"/>
                </a:solidFill>
              </a:defRPr>
            </a:lvl5pPr>
            <a:lvl6pPr lvl="5" algn="ctr" rtl="0">
              <a:spcBef>
                <a:spcPts val="0"/>
              </a:spcBef>
              <a:spcAft>
                <a:spcPts val="0"/>
              </a:spcAft>
              <a:buClr>
                <a:schemeClr val="accent3"/>
              </a:buClr>
              <a:buSzPts val="1600"/>
              <a:buNone/>
              <a:defRPr sz="1600">
                <a:solidFill>
                  <a:schemeClr val="accent3"/>
                </a:solidFill>
              </a:defRPr>
            </a:lvl6pPr>
            <a:lvl7pPr lvl="6" algn="ctr" rtl="0">
              <a:spcBef>
                <a:spcPts val="0"/>
              </a:spcBef>
              <a:spcAft>
                <a:spcPts val="0"/>
              </a:spcAft>
              <a:buClr>
                <a:schemeClr val="accent3"/>
              </a:buClr>
              <a:buSzPts val="1600"/>
              <a:buNone/>
              <a:defRPr sz="1600">
                <a:solidFill>
                  <a:schemeClr val="accent3"/>
                </a:solidFill>
              </a:defRPr>
            </a:lvl7pPr>
            <a:lvl8pPr lvl="7" algn="ctr" rtl="0">
              <a:spcBef>
                <a:spcPts val="0"/>
              </a:spcBef>
              <a:spcAft>
                <a:spcPts val="0"/>
              </a:spcAft>
              <a:buClr>
                <a:schemeClr val="accent3"/>
              </a:buClr>
              <a:buSzPts val="1600"/>
              <a:buNone/>
              <a:defRPr sz="1600">
                <a:solidFill>
                  <a:schemeClr val="accent3"/>
                </a:solidFill>
              </a:defRPr>
            </a:lvl8pPr>
            <a:lvl9pPr lvl="8" algn="ctr" rtl="0">
              <a:spcBef>
                <a:spcPts val="0"/>
              </a:spcBef>
              <a:spcAft>
                <a:spcPts val="0"/>
              </a:spcAft>
              <a:buClr>
                <a:schemeClr val="accent3"/>
              </a:buClr>
              <a:buSzPts val="1600"/>
              <a:buNone/>
              <a:defRPr sz="1600">
                <a:solidFill>
                  <a:schemeClr val="accent3"/>
                </a:solidFill>
              </a:defRPr>
            </a:lvl9pPr>
          </a:lstStyle>
          <a:p>
            <a:endParaRPr/>
          </a:p>
        </p:txBody>
      </p:sp>
      <p:sp>
        <p:nvSpPr>
          <p:cNvPr id="262" name="Google Shape;262;p38"/>
          <p:cNvSpPr/>
          <p:nvPr/>
        </p:nvSpPr>
        <p:spPr>
          <a:xfrm rot="5400000">
            <a:off x="-849762" y="394200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8"/>
          <p:cNvSpPr/>
          <p:nvPr/>
        </p:nvSpPr>
        <p:spPr>
          <a:xfrm rot="10800000">
            <a:off x="5954400" y="6"/>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a:solidFill>
                  <a:schemeClr val="dk1"/>
                </a:solidFill>
              </a:rPr>
              <a:t>&lt;</a:t>
            </a:r>
            <a:endParaRPr>
              <a:solidFill>
                <a:schemeClr val="dk1"/>
              </a:solidFil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six columns 1">
  <p:cSld name="CUSTOM_27">
    <p:spTree>
      <p:nvGrpSpPr>
        <p:cNvPr id="1" name="Shape 264"/>
        <p:cNvGrpSpPr/>
        <p:nvPr/>
      </p:nvGrpSpPr>
      <p:grpSpPr>
        <a:xfrm>
          <a:off x="0" y="0"/>
          <a:ext cx="0" cy="0"/>
          <a:chOff x="0" y="0"/>
          <a:chExt cx="0" cy="0"/>
        </a:xfrm>
      </p:grpSpPr>
      <p:sp>
        <p:nvSpPr>
          <p:cNvPr id="265" name="Google Shape;265;p39"/>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66" name="Google Shape;266;p39"/>
          <p:cNvSpPr txBox="1">
            <a:spLocks noGrp="1"/>
          </p:cNvSpPr>
          <p:nvPr>
            <p:ph type="title" idx="2"/>
          </p:nvPr>
        </p:nvSpPr>
        <p:spPr>
          <a:xfrm>
            <a:off x="800175" y="1170150"/>
            <a:ext cx="2423100" cy="4023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67" name="Google Shape;267;p39"/>
          <p:cNvSpPr txBox="1">
            <a:spLocks noGrp="1"/>
          </p:cNvSpPr>
          <p:nvPr>
            <p:ph type="title" idx="3"/>
          </p:nvPr>
        </p:nvSpPr>
        <p:spPr>
          <a:xfrm>
            <a:off x="800175" y="1555100"/>
            <a:ext cx="2423100" cy="493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68" name="Google Shape;268;p39"/>
          <p:cNvSpPr txBox="1">
            <a:spLocks noGrp="1"/>
          </p:cNvSpPr>
          <p:nvPr>
            <p:ph type="title" idx="4"/>
          </p:nvPr>
        </p:nvSpPr>
        <p:spPr>
          <a:xfrm>
            <a:off x="800186" y="2282500"/>
            <a:ext cx="2423100" cy="4023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69" name="Google Shape;269;p39"/>
          <p:cNvSpPr txBox="1">
            <a:spLocks noGrp="1"/>
          </p:cNvSpPr>
          <p:nvPr>
            <p:ph type="title" idx="5"/>
          </p:nvPr>
        </p:nvSpPr>
        <p:spPr>
          <a:xfrm>
            <a:off x="800186" y="2667450"/>
            <a:ext cx="2423100" cy="493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70" name="Google Shape;270;p39"/>
          <p:cNvSpPr txBox="1">
            <a:spLocks noGrp="1"/>
          </p:cNvSpPr>
          <p:nvPr>
            <p:ph type="title" idx="6"/>
          </p:nvPr>
        </p:nvSpPr>
        <p:spPr>
          <a:xfrm>
            <a:off x="5920722" y="1170150"/>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71" name="Google Shape;271;p39"/>
          <p:cNvSpPr txBox="1">
            <a:spLocks noGrp="1"/>
          </p:cNvSpPr>
          <p:nvPr>
            <p:ph type="title" idx="7"/>
          </p:nvPr>
        </p:nvSpPr>
        <p:spPr>
          <a:xfrm>
            <a:off x="5920722" y="1555100"/>
            <a:ext cx="24231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72" name="Google Shape;272;p39"/>
          <p:cNvSpPr/>
          <p:nvPr/>
        </p:nvSpPr>
        <p:spPr>
          <a:xfrm rot="10800000">
            <a:off x="6510000" y="0"/>
            <a:ext cx="2634000" cy="5343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9"/>
          <p:cNvSpPr/>
          <p:nvPr/>
        </p:nvSpPr>
        <p:spPr>
          <a:xfrm rot="10800000">
            <a:off x="0" y="4609200"/>
            <a:ext cx="2634000" cy="53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9"/>
          <p:cNvSpPr txBox="1">
            <a:spLocks noGrp="1"/>
          </p:cNvSpPr>
          <p:nvPr>
            <p:ph type="title" idx="8"/>
          </p:nvPr>
        </p:nvSpPr>
        <p:spPr>
          <a:xfrm>
            <a:off x="800175" y="3394850"/>
            <a:ext cx="2423100" cy="4023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75" name="Google Shape;275;p39"/>
          <p:cNvSpPr txBox="1">
            <a:spLocks noGrp="1"/>
          </p:cNvSpPr>
          <p:nvPr>
            <p:ph type="title" idx="9"/>
          </p:nvPr>
        </p:nvSpPr>
        <p:spPr>
          <a:xfrm>
            <a:off x="800175" y="3779800"/>
            <a:ext cx="2423100" cy="493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76" name="Google Shape;276;p39"/>
          <p:cNvSpPr txBox="1">
            <a:spLocks noGrp="1"/>
          </p:cNvSpPr>
          <p:nvPr>
            <p:ph type="title" idx="13"/>
          </p:nvPr>
        </p:nvSpPr>
        <p:spPr>
          <a:xfrm>
            <a:off x="5920736" y="2282500"/>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77" name="Google Shape;277;p39"/>
          <p:cNvSpPr txBox="1">
            <a:spLocks noGrp="1"/>
          </p:cNvSpPr>
          <p:nvPr>
            <p:ph type="title" idx="14"/>
          </p:nvPr>
        </p:nvSpPr>
        <p:spPr>
          <a:xfrm>
            <a:off x="5920736" y="2667450"/>
            <a:ext cx="24231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278" name="Google Shape;278;p39"/>
          <p:cNvSpPr txBox="1">
            <a:spLocks noGrp="1"/>
          </p:cNvSpPr>
          <p:nvPr>
            <p:ph type="title" idx="15"/>
          </p:nvPr>
        </p:nvSpPr>
        <p:spPr>
          <a:xfrm>
            <a:off x="5920722" y="3394850"/>
            <a:ext cx="2423100" cy="4023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5"/>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279" name="Google Shape;279;p39"/>
          <p:cNvSpPr txBox="1">
            <a:spLocks noGrp="1"/>
          </p:cNvSpPr>
          <p:nvPr>
            <p:ph type="title" idx="16"/>
          </p:nvPr>
        </p:nvSpPr>
        <p:spPr>
          <a:xfrm>
            <a:off x="5920722" y="3779800"/>
            <a:ext cx="24231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1">
  <p:cSld name="CUSTOM_6">
    <p:spTree>
      <p:nvGrpSpPr>
        <p:cNvPr id="1" name="Shape 280"/>
        <p:cNvGrpSpPr/>
        <p:nvPr/>
      </p:nvGrpSpPr>
      <p:grpSpPr>
        <a:xfrm>
          <a:off x="0" y="0"/>
          <a:ext cx="0" cy="0"/>
          <a:chOff x="0" y="0"/>
          <a:chExt cx="0" cy="0"/>
        </a:xfrm>
      </p:grpSpPr>
      <p:sp>
        <p:nvSpPr>
          <p:cNvPr id="281" name="Google Shape;281;p40"/>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82" name="Google Shape;282;p40"/>
          <p:cNvSpPr/>
          <p:nvPr/>
        </p:nvSpPr>
        <p:spPr>
          <a:xfrm rot="10800000">
            <a:off x="0" y="4429375"/>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0"/>
          <p:cNvSpPr/>
          <p:nvPr/>
        </p:nvSpPr>
        <p:spPr>
          <a:xfrm rot="5400000">
            <a:off x="8459538" y="332425"/>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only 2">
  <p:cSld name="CUSTOM_7">
    <p:spTree>
      <p:nvGrpSpPr>
        <p:cNvPr id="1" name="Shape 284"/>
        <p:cNvGrpSpPr/>
        <p:nvPr/>
      </p:nvGrpSpPr>
      <p:grpSpPr>
        <a:xfrm>
          <a:off x="0" y="0"/>
          <a:ext cx="0" cy="0"/>
          <a:chOff x="0" y="0"/>
          <a:chExt cx="0" cy="0"/>
        </a:xfrm>
      </p:grpSpPr>
      <p:sp>
        <p:nvSpPr>
          <p:cNvPr id="285" name="Google Shape;285;p41"/>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86" name="Google Shape;286;p41"/>
          <p:cNvSpPr/>
          <p:nvPr/>
        </p:nvSpPr>
        <p:spPr>
          <a:xfrm rot="5400000">
            <a:off x="7753050" y="667050"/>
            <a:ext cx="20553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1"/>
          <p:cNvSpPr/>
          <p:nvPr/>
        </p:nvSpPr>
        <p:spPr>
          <a:xfrm rot="10800000">
            <a:off x="-12" y="4791600"/>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3">
  <p:cSld name="CUSTOM_7_1">
    <p:spTree>
      <p:nvGrpSpPr>
        <p:cNvPr id="1" name="Shape 288"/>
        <p:cNvGrpSpPr/>
        <p:nvPr/>
      </p:nvGrpSpPr>
      <p:grpSpPr>
        <a:xfrm>
          <a:off x="0" y="0"/>
          <a:ext cx="0" cy="0"/>
          <a:chOff x="0" y="0"/>
          <a:chExt cx="0" cy="0"/>
        </a:xfrm>
      </p:grpSpPr>
      <p:sp>
        <p:nvSpPr>
          <p:cNvPr id="289" name="Google Shape;289;p42"/>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90" name="Google Shape;290;p42"/>
          <p:cNvSpPr/>
          <p:nvPr/>
        </p:nvSpPr>
        <p:spPr>
          <a:xfrm rot="10800000">
            <a:off x="7092600" y="4791475"/>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2"/>
          <p:cNvSpPr/>
          <p:nvPr/>
        </p:nvSpPr>
        <p:spPr>
          <a:xfrm rot="5400000">
            <a:off x="8328300" y="143125"/>
            <a:ext cx="10077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only 6">
  <p:cSld name="CUSTOM_7_1_1">
    <p:spTree>
      <p:nvGrpSpPr>
        <p:cNvPr id="1" name="Shape 292"/>
        <p:cNvGrpSpPr/>
        <p:nvPr/>
      </p:nvGrpSpPr>
      <p:grpSpPr>
        <a:xfrm>
          <a:off x="0" y="0"/>
          <a:ext cx="0" cy="0"/>
          <a:chOff x="0" y="0"/>
          <a:chExt cx="0" cy="0"/>
        </a:xfrm>
      </p:grpSpPr>
      <p:sp>
        <p:nvSpPr>
          <p:cNvPr id="293" name="Google Shape;293;p43"/>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294" name="Google Shape;294;p43"/>
          <p:cNvSpPr/>
          <p:nvPr/>
        </p:nvSpPr>
        <p:spPr>
          <a:xfrm rot="5400000">
            <a:off x="-691350" y="3730950"/>
            <a:ext cx="2055300" cy="7698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43"/>
          <p:cNvSpPr/>
          <p:nvPr/>
        </p:nvSpPr>
        <p:spPr>
          <a:xfrm rot="10800000">
            <a:off x="8126988" y="0"/>
            <a:ext cx="10170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only 7">
  <p:cSld name="CUSTOM_42">
    <p:spTree>
      <p:nvGrpSpPr>
        <p:cNvPr id="1" name="Shape 296"/>
        <p:cNvGrpSpPr/>
        <p:nvPr/>
      </p:nvGrpSpPr>
      <p:grpSpPr>
        <a:xfrm>
          <a:off x="0" y="0"/>
          <a:ext cx="0" cy="0"/>
          <a:chOff x="0" y="0"/>
          <a:chExt cx="0" cy="0"/>
        </a:xfrm>
      </p:grpSpPr>
      <p:sp>
        <p:nvSpPr>
          <p:cNvPr id="297" name="Google Shape;297;p44"/>
          <p:cNvSpPr txBox="1">
            <a:spLocks noGrp="1"/>
          </p:cNvSpPr>
          <p:nvPr>
            <p:ph type="title"/>
          </p:nvPr>
        </p:nvSpPr>
        <p:spPr>
          <a:xfrm>
            <a:off x="723975" y="3113125"/>
            <a:ext cx="5170800" cy="12288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2"/>
              </a:buClr>
              <a:buSzPts val="4800"/>
              <a:buNone/>
              <a:defRPr sz="3600">
                <a:solidFill>
                  <a:schemeClr val="accent2"/>
                </a:solidFill>
              </a:defRPr>
            </a:lvl1pPr>
            <a:lvl2pPr lvl="1" rtl="0">
              <a:spcBef>
                <a:spcPts val="0"/>
              </a:spcBef>
              <a:spcAft>
                <a:spcPts val="0"/>
              </a:spcAft>
              <a:buClr>
                <a:schemeClr val="accent2"/>
              </a:buClr>
              <a:buSzPts val="4800"/>
              <a:buNone/>
              <a:defRPr sz="4800">
                <a:solidFill>
                  <a:schemeClr val="accent2"/>
                </a:solidFill>
              </a:defRPr>
            </a:lvl2pPr>
            <a:lvl3pPr lvl="2" rtl="0">
              <a:spcBef>
                <a:spcPts val="0"/>
              </a:spcBef>
              <a:spcAft>
                <a:spcPts val="0"/>
              </a:spcAft>
              <a:buClr>
                <a:schemeClr val="accent2"/>
              </a:buClr>
              <a:buSzPts val="4800"/>
              <a:buNone/>
              <a:defRPr sz="4800">
                <a:solidFill>
                  <a:schemeClr val="accent2"/>
                </a:solidFill>
              </a:defRPr>
            </a:lvl3pPr>
            <a:lvl4pPr lvl="3" rtl="0">
              <a:spcBef>
                <a:spcPts val="0"/>
              </a:spcBef>
              <a:spcAft>
                <a:spcPts val="0"/>
              </a:spcAft>
              <a:buClr>
                <a:schemeClr val="accent2"/>
              </a:buClr>
              <a:buSzPts val="4800"/>
              <a:buNone/>
              <a:defRPr sz="4800">
                <a:solidFill>
                  <a:schemeClr val="accent2"/>
                </a:solidFill>
              </a:defRPr>
            </a:lvl4pPr>
            <a:lvl5pPr lvl="4" rtl="0">
              <a:spcBef>
                <a:spcPts val="0"/>
              </a:spcBef>
              <a:spcAft>
                <a:spcPts val="0"/>
              </a:spcAft>
              <a:buClr>
                <a:schemeClr val="accent2"/>
              </a:buClr>
              <a:buSzPts val="4800"/>
              <a:buNone/>
              <a:defRPr sz="4800">
                <a:solidFill>
                  <a:schemeClr val="accent2"/>
                </a:solidFill>
              </a:defRPr>
            </a:lvl5pPr>
            <a:lvl6pPr lvl="5" rtl="0">
              <a:spcBef>
                <a:spcPts val="0"/>
              </a:spcBef>
              <a:spcAft>
                <a:spcPts val="0"/>
              </a:spcAft>
              <a:buClr>
                <a:schemeClr val="accent2"/>
              </a:buClr>
              <a:buSzPts val="4800"/>
              <a:buNone/>
              <a:defRPr sz="4800">
                <a:solidFill>
                  <a:schemeClr val="accent2"/>
                </a:solidFill>
              </a:defRPr>
            </a:lvl6pPr>
            <a:lvl7pPr lvl="6" rtl="0">
              <a:spcBef>
                <a:spcPts val="0"/>
              </a:spcBef>
              <a:spcAft>
                <a:spcPts val="0"/>
              </a:spcAft>
              <a:buClr>
                <a:schemeClr val="accent2"/>
              </a:buClr>
              <a:buSzPts val="4800"/>
              <a:buNone/>
              <a:defRPr sz="4800">
                <a:solidFill>
                  <a:schemeClr val="accent2"/>
                </a:solidFill>
              </a:defRPr>
            </a:lvl7pPr>
            <a:lvl8pPr lvl="7" rtl="0">
              <a:spcBef>
                <a:spcPts val="0"/>
              </a:spcBef>
              <a:spcAft>
                <a:spcPts val="0"/>
              </a:spcAft>
              <a:buClr>
                <a:schemeClr val="accent2"/>
              </a:buClr>
              <a:buSzPts val="4800"/>
              <a:buNone/>
              <a:defRPr sz="4800">
                <a:solidFill>
                  <a:schemeClr val="accent2"/>
                </a:solidFill>
              </a:defRPr>
            </a:lvl8pPr>
            <a:lvl9pPr lvl="8" rtl="0">
              <a:spcBef>
                <a:spcPts val="0"/>
              </a:spcBef>
              <a:spcAft>
                <a:spcPts val="0"/>
              </a:spcAft>
              <a:buClr>
                <a:schemeClr val="accent2"/>
              </a:buClr>
              <a:buSzPts val="4800"/>
              <a:buNone/>
              <a:defRPr sz="4800">
                <a:solidFill>
                  <a:schemeClr val="accent2"/>
                </a:solidFill>
              </a:defRPr>
            </a:lvl9pPr>
          </a:lstStyle>
          <a:p>
            <a:endParaRPr/>
          </a:p>
        </p:txBody>
      </p:sp>
      <p:sp>
        <p:nvSpPr>
          <p:cNvPr id="298" name="Google Shape;298;p44"/>
          <p:cNvSpPr/>
          <p:nvPr/>
        </p:nvSpPr>
        <p:spPr>
          <a:xfrm rot="5400000">
            <a:off x="8459538" y="4459050"/>
            <a:ext cx="10170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4"/>
          <p:cNvSpPr/>
          <p:nvPr/>
        </p:nvSpPr>
        <p:spPr>
          <a:xfrm>
            <a:off x="3729600" y="0"/>
            <a:ext cx="5414400" cy="4701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3">
  <p:cSld name="CUSTOM_7_1_1_1">
    <p:spTree>
      <p:nvGrpSpPr>
        <p:cNvPr id="1" name="Shape 300"/>
        <p:cNvGrpSpPr/>
        <p:nvPr/>
      </p:nvGrpSpPr>
      <p:grpSpPr>
        <a:xfrm>
          <a:off x="0" y="0"/>
          <a:ext cx="0" cy="0"/>
          <a:chOff x="0" y="0"/>
          <a:chExt cx="0" cy="0"/>
        </a:xfrm>
      </p:grpSpPr>
      <p:sp>
        <p:nvSpPr>
          <p:cNvPr id="301" name="Google Shape;301;p45"/>
          <p:cNvSpPr txBox="1">
            <a:spLocks noGrp="1"/>
          </p:cNvSpPr>
          <p:nvPr>
            <p:ph type="subTitle" idx="1"/>
          </p:nvPr>
        </p:nvSpPr>
        <p:spPr>
          <a:xfrm>
            <a:off x="5056193" y="2227150"/>
            <a:ext cx="3363900" cy="16590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400"/>
            </a:lvl1pPr>
            <a:lvl2pPr lvl="1">
              <a:spcBef>
                <a:spcPts val="1600"/>
              </a:spcBef>
              <a:spcAft>
                <a:spcPts val="0"/>
              </a:spcAft>
              <a:buSzPts val="1400"/>
              <a:buNone/>
              <a:defRPr/>
            </a:lvl2pPr>
            <a:lvl3pPr lvl="2">
              <a:spcBef>
                <a:spcPts val="1600"/>
              </a:spcBef>
              <a:spcAft>
                <a:spcPts val="0"/>
              </a:spcAft>
              <a:buSzPts val="1400"/>
              <a:buNone/>
              <a:defRPr/>
            </a:lvl3pPr>
            <a:lvl4pPr lvl="3">
              <a:spcBef>
                <a:spcPts val="1600"/>
              </a:spcBef>
              <a:spcAft>
                <a:spcPts val="0"/>
              </a:spcAft>
              <a:buSzPts val="1400"/>
              <a:buNone/>
              <a:defRPr/>
            </a:lvl4pPr>
            <a:lvl5pPr lvl="4">
              <a:spcBef>
                <a:spcPts val="1600"/>
              </a:spcBef>
              <a:spcAft>
                <a:spcPts val="0"/>
              </a:spcAft>
              <a:buSzPts val="1400"/>
              <a:buNone/>
              <a:defRPr/>
            </a:lvl5pPr>
            <a:lvl6pPr lvl="5">
              <a:spcBef>
                <a:spcPts val="1600"/>
              </a:spcBef>
              <a:spcAft>
                <a:spcPts val="0"/>
              </a:spcAft>
              <a:buSzPts val="1400"/>
              <a:buNone/>
              <a:defRPr/>
            </a:lvl6pPr>
            <a:lvl7pPr lvl="6">
              <a:spcBef>
                <a:spcPts val="1600"/>
              </a:spcBef>
              <a:spcAft>
                <a:spcPts val="0"/>
              </a:spcAft>
              <a:buSzPts val="1400"/>
              <a:buNone/>
              <a:defRPr/>
            </a:lvl7pPr>
            <a:lvl8pPr lvl="7">
              <a:spcBef>
                <a:spcPts val="1600"/>
              </a:spcBef>
              <a:spcAft>
                <a:spcPts val="0"/>
              </a:spcAft>
              <a:buSzPts val="1400"/>
              <a:buNone/>
              <a:defRPr/>
            </a:lvl8pPr>
            <a:lvl9pPr lvl="8">
              <a:spcBef>
                <a:spcPts val="1600"/>
              </a:spcBef>
              <a:spcAft>
                <a:spcPts val="1600"/>
              </a:spcAft>
              <a:buSzPts val="1400"/>
              <a:buNone/>
              <a:defRPr/>
            </a:lvl9pPr>
          </a:lstStyle>
          <a:p>
            <a:endParaRPr/>
          </a:p>
        </p:txBody>
      </p:sp>
      <p:sp>
        <p:nvSpPr>
          <p:cNvPr id="302" name="Google Shape;302;p45"/>
          <p:cNvSpPr txBox="1">
            <a:spLocks noGrp="1"/>
          </p:cNvSpPr>
          <p:nvPr>
            <p:ph type="title"/>
          </p:nvPr>
        </p:nvSpPr>
        <p:spPr>
          <a:xfrm>
            <a:off x="5045100" y="1654450"/>
            <a:ext cx="33639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1800"/>
              <a:buNone/>
              <a:defRPr>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03" name="Google Shape;303;p45"/>
          <p:cNvSpPr/>
          <p:nvPr/>
        </p:nvSpPr>
        <p:spPr>
          <a:xfrm rot="5400000">
            <a:off x="-332562" y="4459050"/>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45"/>
          <p:cNvSpPr/>
          <p:nvPr/>
        </p:nvSpPr>
        <p:spPr>
          <a:xfrm rot="10800000">
            <a:off x="5954400" y="6"/>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Numbers and text ">
  <p:cSld name="CUSTOM_8">
    <p:spTree>
      <p:nvGrpSpPr>
        <p:cNvPr id="1" name="Shape 305"/>
        <p:cNvGrpSpPr/>
        <p:nvPr/>
      </p:nvGrpSpPr>
      <p:grpSpPr>
        <a:xfrm>
          <a:off x="0" y="0"/>
          <a:ext cx="0" cy="0"/>
          <a:chOff x="0" y="0"/>
          <a:chExt cx="0" cy="0"/>
        </a:xfrm>
      </p:grpSpPr>
      <p:sp>
        <p:nvSpPr>
          <p:cNvPr id="306" name="Google Shape;306;p46"/>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07" name="Google Shape;307;p46"/>
          <p:cNvSpPr txBox="1">
            <a:spLocks noGrp="1"/>
          </p:cNvSpPr>
          <p:nvPr>
            <p:ph type="title" idx="2"/>
          </p:nvPr>
        </p:nvSpPr>
        <p:spPr>
          <a:xfrm>
            <a:off x="723900" y="226552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08" name="Google Shape;308;p46"/>
          <p:cNvSpPr txBox="1">
            <a:spLocks noGrp="1"/>
          </p:cNvSpPr>
          <p:nvPr>
            <p:ph type="title" idx="3"/>
          </p:nvPr>
        </p:nvSpPr>
        <p:spPr>
          <a:xfrm>
            <a:off x="723900" y="265047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09" name="Google Shape;309;p46"/>
          <p:cNvSpPr txBox="1">
            <a:spLocks noGrp="1"/>
          </p:cNvSpPr>
          <p:nvPr>
            <p:ph type="title" idx="4" hasCustomPrompt="1"/>
          </p:nvPr>
        </p:nvSpPr>
        <p:spPr>
          <a:xfrm>
            <a:off x="723900" y="1834275"/>
            <a:ext cx="24231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6000"/>
              <a:buNone/>
              <a:defRPr sz="46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10" name="Google Shape;310;p46"/>
          <p:cNvSpPr txBox="1">
            <a:spLocks noGrp="1"/>
          </p:cNvSpPr>
          <p:nvPr>
            <p:ph type="title" idx="5"/>
          </p:nvPr>
        </p:nvSpPr>
        <p:spPr>
          <a:xfrm>
            <a:off x="3360386" y="185157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11" name="Google Shape;311;p46"/>
          <p:cNvSpPr txBox="1">
            <a:spLocks noGrp="1"/>
          </p:cNvSpPr>
          <p:nvPr>
            <p:ph type="title" idx="6"/>
          </p:nvPr>
        </p:nvSpPr>
        <p:spPr>
          <a:xfrm>
            <a:off x="3360386" y="223652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12" name="Google Shape;312;p46"/>
          <p:cNvSpPr txBox="1">
            <a:spLocks noGrp="1"/>
          </p:cNvSpPr>
          <p:nvPr>
            <p:ph type="title" idx="7" hasCustomPrompt="1"/>
          </p:nvPr>
        </p:nvSpPr>
        <p:spPr>
          <a:xfrm>
            <a:off x="3360386" y="1420325"/>
            <a:ext cx="24231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6000"/>
              <a:buNone/>
              <a:defRPr sz="46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13" name="Google Shape;313;p46"/>
          <p:cNvSpPr txBox="1">
            <a:spLocks noGrp="1"/>
          </p:cNvSpPr>
          <p:nvPr>
            <p:ph type="title" idx="8"/>
          </p:nvPr>
        </p:nvSpPr>
        <p:spPr>
          <a:xfrm>
            <a:off x="5996872" y="150842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14" name="Google Shape;314;p46"/>
          <p:cNvSpPr txBox="1">
            <a:spLocks noGrp="1"/>
          </p:cNvSpPr>
          <p:nvPr>
            <p:ph type="title" idx="9"/>
          </p:nvPr>
        </p:nvSpPr>
        <p:spPr>
          <a:xfrm>
            <a:off x="5996872" y="189337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15" name="Google Shape;315;p46"/>
          <p:cNvSpPr txBox="1">
            <a:spLocks noGrp="1"/>
          </p:cNvSpPr>
          <p:nvPr>
            <p:ph type="title" idx="13" hasCustomPrompt="1"/>
          </p:nvPr>
        </p:nvSpPr>
        <p:spPr>
          <a:xfrm>
            <a:off x="5996872" y="1077175"/>
            <a:ext cx="2423100" cy="5727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5"/>
              </a:buClr>
              <a:buSzPts val="6000"/>
              <a:buNone/>
              <a:defRPr sz="46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Numbers and text 1">
  <p:cSld name="CUSTOM_16">
    <p:spTree>
      <p:nvGrpSpPr>
        <p:cNvPr id="1" name="Shape 316"/>
        <p:cNvGrpSpPr/>
        <p:nvPr/>
      </p:nvGrpSpPr>
      <p:grpSpPr>
        <a:xfrm>
          <a:off x="0" y="0"/>
          <a:ext cx="0" cy="0"/>
          <a:chOff x="0" y="0"/>
          <a:chExt cx="0" cy="0"/>
        </a:xfrm>
      </p:grpSpPr>
      <p:sp>
        <p:nvSpPr>
          <p:cNvPr id="317" name="Google Shape;317;p47"/>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18" name="Google Shape;318;p47"/>
          <p:cNvSpPr txBox="1">
            <a:spLocks noGrp="1"/>
          </p:cNvSpPr>
          <p:nvPr>
            <p:ph type="title" idx="2"/>
          </p:nvPr>
        </p:nvSpPr>
        <p:spPr>
          <a:xfrm>
            <a:off x="912974" y="1523475"/>
            <a:ext cx="1691700" cy="31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19" name="Google Shape;319;p47"/>
          <p:cNvSpPr txBox="1">
            <a:spLocks noGrp="1"/>
          </p:cNvSpPr>
          <p:nvPr>
            <p:ph type="title" idx="3"/>
          </p:nvPr>
        </p:nvSpPr>
        <p:spPr>
          <a:xfrm>
            <a:off x="547274" y="265047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20" name="Google Shape;320;p47"/>
          <p:cNvSpPr txBox="1">
            <a:spLocks noGrp="1"/>
          </p:cNvSpPr>
          <p:nvPr>
            <p:ph type="title" idx="4" hasCustomPrompt="1"/>
          </p:nvPr>
        </p:nvSpPr>
        <p:spPr>
          <a:xfrm>
            <a:off x="547274" y="1956025"/>
            <a:ext cx="2423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6000"/>
              <a:buNone/>
              <a:defRPr sz="46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21" name="Google Shape;321;p47"/>
          <p:cNvSpPr txBox="1">
            <a:spLocks noGrp="1"/>
          </p:cNvSpPr>
          <p:nvPr>
            <p:ph type="title" idx="5"/>
          </p:nvPr>
        </p:nvSpPr>
        <p:spPr>
          <a:xfrm>
            <a:off x="3732323" y="2539125"/>
            <a:ext cx="1691700" cy="31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22" name="Google Shape;322;p47"/>
          <p:cNvSpPr txBox="1">
            <a:spLocks noGrp="1"/>
          </p:cNvSpPr>
          <p:nvPr>
            <p:ph type="title" idx="6"/>
          </p:nvPr>
        </p:nvSpPr>
        <p:spPr>
          <a:xfrm>
            <a:off x="3366604" y="366612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23" name="Google Shape;323;p47"/>
          <p:cNvSpPr txBox="1">
            <a:spLocks noGrp="1"/>
          </p:cNvSpPr>
          <p:nvPr>
            <p:ph type="title" idx="7" hasCustomPrompt="1"/>
          </p:nvPr>
        </p:nvSpPr>
        <p:spPr>
          <a:xfrm>
            <a:off x="3366623" y="2971675"/>
            <a:ext cx="2423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6000"/>
              <a:buNone/>
              <a:defRPr sz="46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24" name="Google Shape;324;p47"/>
          <p:cNvSpPr txBox="1">
            <a:spLocks noGrp="1"/>
          </p:cNvSpPr>
          <p:nvPr>
            <p:ph type="title" idx="8"/>
          </p:nvPr>
        </p:nvSpPr>
        <p:spPr>
          <a:xfrm>
            <a:off x="6551634" y="1523475"/>
            <a:ext cx="1691700" cy="31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25" name="Google Shape;325;p47"/>
          <p:cNvSpPr txBox="1">
            <a:spLocks noGrp="1"/>
          </p:cNvSpPr>
          <p:nvPr>
            <p:ph type="title" idx="9"/>
          </p:nvPr>
        </p:nvSpPr>
        <p:spPr>
          <a:xfrm>
            <a:off x="6185934" y="2650475"/>
            <a:ext cx="2423100" cy="584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26" name="Google Shape;326;p47"/>
          <p:cNvSpPr txBox="1">
            <a:spLocks noGrp="1"/>
          </p:cNvSpPr>
          <p:nvPr>
            <p:ph type="title" idx="13" hasCustomPrompt="1"/>
          </p:nvPr>
        </p:nvSpPr>
        <p:spPr>
          <a:xfrm>
            <a:off x="6185934" y="1956025"/>
            <a:ext cx="24231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6000"/>
              <a:buNone/>
              <a:defRPr sz="46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27" name="Google Shape;327;p47"/>
          <p:cNvSpPr/>
          <p:nvPr/>
        </p:nvSpPr>
        <p:spPr>
          <a:xfrm>
            <a:off x="5954400" y="-13919"/>
            <a:ext cx="31896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47"/>
          <p:cNvSpPr/>
          <p:nvPr/>
        </p:nvSpPr>
        <p:spPr>
          <a:xfrm rot="10800000">
            <a:off x="0" y="4791475"/>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Numbers and text 2">
  <p:cSld name="CUSTOM_33">
    <p:spTree>
      <p:nvGrpSpPr>
        <p:cNvPr id="1" name="Shape 329"/>
        <p:cNvGrpSpPr/>
        <p:nvPr/>
      </p:nvGrpSpPr>
      <p:grpSpPr>
        <a:xfrm>
          <a:off x="0" y="0"/>
          <a:ext cx="0" cy="0"/>
          <a:chOff x="0" y="0"/>
          <a:chExt cx="0" cy="0"/>
        </a:xfrm>
      </p:grpSpPr>
      <p:sp>
        <p:nvSpPr>
          <p:cNvPr id="330" name="Google Shape;330;p48"/>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31" name="Google Shape;331;p48"/>
          <p:cNvSpPr txBox="1">
            <a:spLocks noGrp="1"/>
          </p:cNvSpPr>
          <p:nvPr>
            <p:ph type="title" idx="2"/>
          </p:nvPr>
        </p:nvSpPr>
        <p:spPr>
          <a:xfrm>
            <a:off x="6106213" y="3458538"/>
            <a:ext cx="2222100" cy="310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32" name="Google Shape;332;p48"/>
          <p:cNvSpPr txBox="1">
            <a:spLocks noGrp="1"/>
          </p:cNvSpPr>
          <p:nvPr>
            <p:ph type="title" idx="3"/>
          </p:nvPr>
        </p:nvSpPr>
        <p:spPr>
          <a:xfrm>
            <a:off x="6106200" y="3766763"/>
            <a:ext cx="22221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33" name="Google Shape;333;p48"/>
          <p:cNvSpPr txBox="1">
            <a:spLocks noGrp="1"/>
          </p:cNvSpPr>
          <p:nvPr>
            <p:ph type="title" idx="4" hasCustomPrompt="1"/>
          </p:nvPr>
        </p:nvSpPr>
        <p:spPr>
          <a:xfrm>
            <a:off x="6106200" y="2972088"/>
            <a:ext cx="1636800" cy="484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2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34" name="Google Shape;334;p48"/>
          <p:cNvSpPr txBox="1">
            <a:spLocks noGrp="1"/>
          </p:cNvSpPr>
          <p:nvPr>
            <p:ph type="title" idx="5"/>
          </p:nvPr>
        </p:nvSpPr>
        <p:spPr>
          <a:xfrm>
            <a:off x="2304287" y="1749350"/>
            <a:ext cx="2220600" cy="310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35" name="Google Shape;335;p48"/>
          <p:cNvSpPr txBox="1">
            <a:spLocks noGrp="1"/>
          </p:cNvSpPr>
          <p:nvPr>
            <p:ph type="title" idx="6"/>
          </p:nvPr>
        </p:nvSpPr>
        <p:spPr>
          <a:xfrm>
            <a:off x="2304287" y="2060163"/>
            <a:ext cx="22206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36" name="Google Shape;336;p48"/>
          <p:cNvSpPr txBox="1">
            <a:spLocks noGrp="1"/>
          </p:cNvSpPr>
          <p:nvPr>
            <p:ph type="title" idx="7" hasCustomPrompt="1"/>
          </p:nvPr>
        </p:nvSpPr>
        <p:spPr>
          <a:xfrm>
            <a:off x="2304287" y="1260925"/>
            <a:ext cx="1634400" cy="48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2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37" name="Google Shape;337;p48"/>
          <p:cNvSpPr txBox="1">
            <a:spLocks noGrp="1"/>
          </p:cNvSpPr>
          <p:nvPr>
            <p:ph type="title" idx="8"/>
          </p:nvPr>
        </p:nvSpPr>
        <p:spPr>
          <a:xfrm>
            <a:off x="2304287" y="3457313"/>
            <a:ext cx="2220600" cy="310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38" name="Google Shape;338;p48"/>
          <p:cNvSpPr txBox="1">
            <a:spLocks noGrp="1"/>
          </p:cNvSpPr>
          <p:nvPr>
            <p:ph type="title" idx="9"/>
          </p:nvPr>
        </p:nvSpPr>
        <p:spPr>
          <a:xfrm>
            <a:off x="2304287" y="3768113"/>
            <a:ext cx="22221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39" name="Google Shape;339;p48"/>
          <p:cNvSpPr txBox="1">
            <a:spLocks noGrp="1"/>
          </p:cNvSpPr>
          <p:nvPr>
            <p:ph type="title" idx="13" hasCustomPrompt="1"/>
          </p:nvPr>
        </p:nvSpPr>
        <p:spPr>
          <a:xfrm>
            <a:off x="2304287" y="2970738"/>
            <a:ext cx="1636800" cy="4845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2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40" name="Google Shape;340;p48"/>
          <p:cNvSpPr/>
          <p:nvPr/>
        </p:nvSpPr>
        <p:spPr>
          <a:xfrm>
            <a:off x="0" y="4813706"/>
            <a:ext cx="2051400" cy="3519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8"/>
          <p:cNvSpPr txBox="1">
            <a:spLocks noGrp="1"/>
          </p:cNvSpPr>
          <p:nvPr>
            <p:ph type="title" idx="14"/>
          </p:nvPr>
        </p:nvSpPr>
        <p:spPr>
          <a:xfrm>
            <a:off x="6106962" y="1749350"/>
            <a:ext cx="2220600" cy="3108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324A00"/>
              </a:buClr>
              <a:buSzPts val="1800"/>
              <a:buNone/>
              <a:defRPr sz="2100">
                <a:solidFill>
                  <a:schemeClr val="accent3"/>
                </a:solidFill>
              </a:defRPr>
            </a:lvl1pPr>
            <a:lvl2pPr lvl="1" rtl="0">
              <a:spcBef>
                <a:spcPts val="0"/>
              </a:spcBef>
              <a:spcAft>
                <a:spcPts val="0"/>
              </a:spcAft>
              <a:buClr>
                <a:schemeClr val="accent3"/>
              </a:buClr>
              <a:buSzPts val="1800"/>
              <a:buNone/>
              <a:defRPr sz="1800">
                <a:solidFill>
                  <a:schemeClr val="accent3"/>
                </a:solidFill>
              </a:defRPr>
            </a:lvl2pPr>
            <a:lvl3pPr lvl="2" rtl="0">
              <a:spcBef>
                <a:spcPts val="0"/>
              </a:spcBef>
              <a:spcAft>
                <a:spcPts val="0"/>
              </a:spcAft>
              <a:buClr>
                <a:schemeClr val="accent3"/>
              </a:buClr>
              <a:buSzPts val="1800"/>
              <a:buNone/>
              <a:defRPr sz="1800">
                <a:solidFill>
                  <a:schemeClr val="accent3"/>
                </a:solidFill>
              </a:defRPr>
            </a:lvl3pPr>
            <a:lvl4pPr lvl="3" rtl="0">
              <a:spcBef>
                <a:spcPts val="0"/>
              </a:spcBef>
              <a:spcAft>
                <a:spcPts val="0"/>
              </a:spcAft>
              <a:buClr>
                <a:schemeClr val="accent3"/>
              </a:buClr>
              <a:buSzPts val="1800"/>
              <a:buNone/>
              <a:defRPr sz="1800">
                <a:solidFill>
                  <a:schemeClr val="accent3"/>
                </a:solidFill>
              </a:defRPr>
            </a:lvl4pPr>
            <a:lvl5pPr lvl="4" rtl="0">
              <a:spcBef>
                <a:spcPts val="0"/>
              </a:spcBef>
              <a:spcAft>
                <a:spcPts val="0"/>
              </a:spcAft>
              <a:buClr>
                <a:schemeClr val="accent3"/>
              </a:buClr>
              <a:buSzPts val="1800"/>
              <a:buNone/>
              <a:defRPr sz="1800">
                <a:solidFill>
                  <a:schemeClr val="accent3"/>
                </a:solidFill>
              </a:defRPr>
            </a:lvl5pPr>
            <a:lvl6pPr lvl="5" rtl="0">
              <a:spcBef>
                <a:spcPts val="0"/>
              </a:spcBef>
              <a:spcAft>
                <a:spcPts val="0"/>
              </a:spcAft>
              <a:buClr>
                <a:schemeClr val="accent3"/>
              </a:buClr>
              <a:buSzPts val="1800"/>
              <a:buNone/>
              <a:defRPr sz="1800">
                <a:solidFill>
                  <a:schemeClr val="accent3"/>
                </a:solidFill>
              </a:defRPr>
            </a:lvl6pPr>
            <a:lvl7pPr lvl="6" rtl="0">
              <a:spcBef>
                <a:spcPts val="0"/>
              </a:spcBef>
              <a:spcAft>
                <a:spcPts val="0"/>
              </a:spcAft>
              <a:buClr>
                <a:schemeClr val="accent3"/>
              </a:buClr>
              <a:buSzPts val="1800"/>
              <a:buNone/>
              <a:defRPr sz="1800">
                <a:solidFill>
                  <a:schemeClr val="accent3"/>
                </a:solidFill>
              </a:defRPr>
            </a:lvl7pPr>
            <a:lvl8pPr lvl="7" rtl="0">
              <a:spcBef>
                <a:spcPts val="0"/>
              </a:spcBef>
              <a:spcAft>
                <a:spcPts val="0"/>
              </a:spcAft>
              <a:buClr>
                <a:schemeClr val="accent3"/>
              </a:buClr>
              <a:buSzPts val="1800"/>
              <a:buNone/>
              <a:defRPr sz="1800">
                <a:solidFill>
                  <a:schemeClr val="accent3"/>
                </a:solidFill>
              </a:defRPr>
            </a:lvl8pPr>
            <a:lvl9pPr lvl="8" rtl="0">
              <a:spcBef>
                <a:spcPts val="0"/>
              </a:spcBef>
              <a:spcAft>
                <a:spcPts val="0"/>
              </a:spcAft>
              <a:buClr>
                <a:schemeClr val="accent3"/>
              </a:buClr>
              <a:buSzPts val="1800"/>
              <a:buNone/>
              <a:defRPr sz="1800">
                <a:solidFill>
                  <a:schemeClr val="accent3"/>
                </a:solidFill>
              </a:defRPr>
            </a:lvl9pPr>
          </a:lstStyle>
          <a:p>
            <a:endParaRPr/>
          </a:p>
        </p:txBody>
      </p:sp>
      <p:sp>
        <p:nvSpPr>
          <p:cNvPr id="342" name="Google Shape;342;p48"/>
          <p:cNvSpPr txBox="1">
            <a:spLocks noGrp="1"/>
          </p:cNvSpPr>
          <p:nvPr>
            <p:ph type="title" idx="15"/>
          </p:nvPr>
        </p:nvSpPr>
        <p:spPr>
          <a:xfrm>
            <a:off x="6106962" y="2060163"/>
            <a:ext cx="22206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43" name="Google Shape;343;p48"/>
          <p:cNvSpPr txBox="1">
            <a:spLocks noGrp="1"/>
          </p:cNvSpPr>
          <p:nvPr>
            <p:ph type="title" idx="16" hasCustomPrompt="1"/>
          </p:nvPr>
        </p:nvSpPr>
        <p:spPr>
          <a:xfrm>
            <a:off x="6106962" y="1260925"/>
            <a:ext cx="1634400" cy="48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accent5"/>
              </a:buClr>
              <a:buSzPts val="6000"/>
              <a:buNone/>
              <a:defRPr sz="3200">
                <a:solidFill>
                  <a:schemeClr val="accent5"/>
                </a:solidFill>
              </a:defRPr>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344" name="Google Shape;344;p48"/>
          <p:cNvSpPr/>
          <p:nvPr/>
        </p:nvSpPr>
        <p:spPr>
          <a:xfrm>
            <a:off x="7092600" y="6"/>
            <a:ext cx="2051400" cy="351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3">
  <p:cSld name="CUSTOM_36">
    <p:spTree>
      <p:nvGrpSpPr>
        <p:cNvPr id="1" name="Shape 345"/>
        <p:cNvGrpSpPr/>
        <p:nvPr/>
      </p:nvGrpSpPr>
      <p:grpSpPr>
        <a:xfrm>
          <a:off x="0" y="0"/>
          <a:ext cx="0" cy="0"/>
          <a:chOff x="0" y="0"/>
          <a:chExt cx="0" cy="0"/>
        </a:xfrm>
      </p:grpSpPr>
      <p:sp>
        <p:nvSpPr>
          <p:cNvPr id="346" name="Google Shape;346;p49"/>
          <p:cNvSpPr txBox="1">
            <a:spLocks noGrp="1"/>
          </p:cNvSpPr>
          <p:nvPr>
            <p:ph type="title" hasCustomPrompt="1"/>
          </p:nvPr>
        </p:nvSpPr>
        <p:spPr>
          <a:xfrm>
            <a:off x="866850" y="651688"/>
            <a:ext cx="42363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6200"/>
              <a:buNone/>
              <a:defRPr sz="5800">
                <a:solidFill>
                  <a:schemeClr val="accent1"/>
                </a:solidFill>
              </a:defRPr>
            </a:lvl1pPr>
            <a:lvl2pPr lvl="1"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2pPr>
            <a:lvl3pPr lvl="2"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3pPr>
            <a:lvl4pPr lvl="3"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4pPr>
            <a:lvl5pPr lvl="4"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5pPr>
            <a:lvl6pPr lvl="5"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6pPr>
            <a:lvl7pPr lvl="6"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7pPr>
            <a:lvl8pPr lvl="7"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8pPr>
            <a:lvl9pPr lvl="8"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9pPr>
          </a:lstStyle>
          <a:p>
            <a:r>
              <a:t>xx%</a:t>
            </a:r>
          </a:p>
        </p:txBody>
      </p:sp>
      <p:sp>
        <p:nvSpPr>
          <p:cNvPr id="347" name="Google Shape;347;p49"/>
          <p:cNvSpPr txBox="1">
            <a:spLocks noGrp="1"/>
          </p:cNvSpPr>
          <p:nvPr>
            <p:ph type="subTitle" idx="1"/>
          </p:nvPr>
        </p:nvSpPr>
        <p:spPr>
          <a:xfrm>
            <a:off x="866850" y="1481077"/>
            <a:ext cx="42363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400">
                <a:solidFill>
                  <a:schemeClr val="accent3"/>
                </a:solidFill>
              </a:defRPr>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48" name="Google Shape;348;p49"/>
          <p:cNvSpPr txBox="1">
            <a:spLocks noGrp="1"/>
          </p:cNvSpPr>
          <p:nvPr>
            <p:ph type="title" idx="2" hasCustomPrompt="1"/>
          </p:nvPr>
        </p:nvSpPr>
        <p:spPr>
          <a:xfrm>
            <a:off x="866850" y="1979793"/>
            <a:ext cx="42363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6200"/>
              <a:buNone/>
              <a:defRPr sz="5800">
                <a:solidFill>
                  <a:schemeClr val="accent1"/>
                </a:solidFill>
              </a:defRPr>
            </a:lvl1pPr>
            <a:lvl2pPr lvl="1"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2pPr>
            <a:lvl3pPr lvl="2"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3pPr>
            <a:lvl4pPr lvl="3"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4pPr>
            <a:lvl5pPr lvl="4"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5pPr>
            <a:lvl6pPr lvl="5"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6pPr>
            <a:lvl7pPr lvl="6"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7pPr>
            <a:lvl8pPr lvl="7"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8pPr>
            <a:lvl9pPr lvl="8"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9pPr>
          </a:lstStyle>
          <a:p>
            <a:r>
              <a:t>xx%</a:t>
            </a:r>
          </a:p>
        </p:txBody>
      </p:sp>
      <p:sp>
        <p:nvSpPr>
          <p:cNvPr id="349" name="Google Shape;349;p49"/>
          <p:cNvSpPr txBox="1">
            <a:spLocks noGrp="1"/>
          </p:cNvSpPr>
          <p:nvPr>
            <p:ph type="subTitle" idx="3"/>
          </p:nvPr>
        </p:nvSpPr>
        <p:spPr>
          <a:xfrm>
            <a:off x="866850" y="2808095"/>
            <a:ext cx="42363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400">
                <a:solidFill>
                  <a:schemeClr val="accent3"/>
                </a:solidFill>
              </a:defRPr>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
        <p:nvSpPr>
          <p:cNvPr id="350" name="Google Shape;350;p49"/>
          <p:cNvSpPr txBox="1">
            <a:spLocks noGrp="1"/>
          </p:cNvSpPr>
          <p:nvPr>
            <p:ph type="title" idx="4" hasCustomPrompt="1"/>
          </p:nvPr>
        </p:nvSpPr>
        <p:spPr>
          <a:xfrm>
            <a:off x="866850" y="3306810"/>
            <a:ext cx="4236300" cy="8283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5"/>
              </a:buClr>
              <a:buSzPts val="6200"/>
              <a:buNone/>
              <a:defRPr sz="5800">
                <a:solidFill>
                  <a:schemeClr val="accent1"/>
                </a:solidFill>
              </a:defRPr>
            </a:lvl1pPr>
            <a:lvl2pPr lvl="1"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2pPr>
            <a:lvl3pPr lvl="2"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3pPr>
            <a:lvl4pPr lvl="3"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4pPr>
            <a:lvl5pPr lvl="4"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5pPr>
            <a:lvl6pPr lvl="5"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6pPr>
            <a:lvl7pPr lvl="6"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7pPr>
            <a:lvl8pPr lvl="7"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8pPr>
            <a:lvl9pPr lvl="8" algn="ctr" rtl="0">
              <a:spcBef>
                <a:spcPts val="0"/>
              </a:spcBef>
              <a:spcAft>
                <a:spcPts val="0"/>
              </a:spcAft>
              <a:buClr>
                <a:schemeClr val="accent5"/>
              </a:buClr>
              <a:buSzPts val="6200"/>
              <a:buFont typeface="Playfair Display"/>
              <a:buNone/>
              <a:defRPr sz="6200" b="1">
                <a:solidFill>
                  <a:schemeClr val="accent5"/>
                </a:solidFill>
                <a:latin typeface="Playfair Display"/>
                <a:ea typeface="Playfair Display"/>
                <a:cs typeface="Playfair Display"/>
                <a:sym typeface="Playfair Display"/>
              </a:defRPr>
            </a:lvl9pPr>
          </a:lstStyle>
          <a:p>
            <a:r>
              <a:t>xx%</a:t>
            </a:r>
          </a:p>
        </p:txBody>
      </p:sp>
      <p:sp>
        <p:nvSpPr>
          <p:cNvPr id="351" name="Google Shape;351;p49"/>
          <p:cNvSpPr txBox="1">
            <a:spLocks noGrp="1"/>
          </p:cNvSpPr>
          <p:nvPr>
            <p:ph type="subTitle" idx="5"/>
          </p:nvPr>
        </p:nvSpPr>
        <p:spPr>
          <a:xfrm>
            <a:off x="866850" y="4135112"/>
            <a:ext cx="4236300" cy="3567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accent3"/>
              </a:buClr>
              <a:buSzPts val="1400"/>
              <a:buNone/>
              <a:defRPr sz="1400">
                <a:solidFill>
                  <a:schemeClr val="accent3"/>
                </a:solidFill>
              </a:defRPr>
            </a:lvl1pPr>
            <a:lvl2pPr lvl="1" algn="ctr" rtl="0">
              <a:lnSpc>
                <a:spcPct val="100000"/>
              </a:lnSpc>
              <a:spcBef>
                <a:spcPts val="0"/>
              </a:spcBef>
              <a:spcAft>
                <a:spcPts val="0"/>
              </a:spcAft>
              <a:buClr>
                <a:schemeClr val="accent3"/>
              </a:buClr>
              <a:buSzPts val="1400"/>
              <a:buNone/>
              <a:defRPr>
                <a:solidFill>
                  <a:schemeClr val="accent3"/>
                </a:solidFill>
              </a:defRPr>
            </a:lvl2pPr>
            <a:lvl3pPr lvl="2" algn="ctr" rtl="0">
              <a:lnSpc>
                <a:spcPct val="100000"/>
              </a:lnSpc>
              <a:spcBef>
                <a:spcPts val="0"/>
              </a:spcBef>
              <a:spcAft>
                <a:spcPts val="0"/>
              </a:spcAft>
              <a:buClr>
                <a:schemeClr val="accent3"/>
              </a:buClr>
              <a:buSzPts val="1400"/>
              <a:buNone/>
              <a:defRPr>
                <a:solidFill>
                  <a:schemeClr val="accent3"/>
                </a:solidFill>
              </a:defRPr>
            </a:lvl3pPr>
            <a:lvl4pPr lvl="3" algn="ctr" rtl="0">
              <a:lnSpc>
                <a:spcPct val="100000"/>
              </a:lnSpc>
              <a:spcBef>
                <a:spcPts val="0"/>
              </a:spcBef>
              <a:spcAft>
                <a:spcPts val="0"/>
              </a:spcAft>
              <a:buClr>
                <a:schemeClr val="accent3"/>
              </a:buClr>
              <a:buSzPts val="1400"/>
              <a:buNone/>
              <a:defRPr>
                <a:solidFill>
                  <a:schemeClr val="accent3"/>
                </a:solidFill>
              </a:defRPr>
            </a:lvl4pPr>
            <a:lvl5pPr lvl="4" algn="ctr" rtl="0">
              <a:lnSpc>
                <a:spcPct val="100000"/>
              </a:lnSpc>
              <a:spcBef>
                <a:spcPts val="0"/>
              </a:spcBef>
              <a:spcAft>
                <a:spcPts val="0"/>
              </a:spcAft>
              <a:buClr>
                <a:schemeClr val="accent3"/>
              </a:buClr>
              <a:buSzPts val="1400"/>
              <a:buNone/>
              <a:defRPr>
                <a:solidFill>
                  <a:schemeClr val="accent3"/>
                </a:solidFill>
              </a:defRPr>
            </a:lvl5pPr>
            <a:lvl6pPr lvl="5" algn="ctr" rtl="0">
              <a:lnSpc>
                <a:spcPct val="100000"/>
              </a:lnSpc>
              <a:spcBef>
                <a:spcPts val="0"/>
              </a:spcBef>
              <a:spcAft>
                <a:spcPts val="0"/>
              </a:spcAft>
              <a:buClr>
                <a:schemeClr val="accent3"/>
              </a:buClr>
              <a:buSzPts val="1400"/>
              <a:buNone/>
              <a:defRPr>
                <a:solidFill>
                  <a:schemeClr val="accent3"/>
                </a:solidFill>
              </a:defRPr>
            </a:lvl6pPr>
            <a:lvl7pPr lvl="6" algn="ctr" rtl="0">
              <a:lnSpc>
                <a:spcPct val="100000"/>
              </a:lnSpc>
              <a:spcBef>
                <a:spcPts val="0"/>
              </a:spcBef>
              <a:spcAft>
                <a:spcPts val="0"/>
              </a:spcAft>
              <a:buClr>
                <a:schemeClr val="accent3"/>
              </a:buClr>
              <a:buSzPts val="1400"/>
              <a:buNone/>
              <a:defRPr>
                <a:solidFill>
                  <a:schemeClr val="accent3"/>
                </a:solidFill>
              </a:defRPr>
            </a:lvl7pPr>
            <a:lvl8pPr lvl="7" algn="ctr" rtl="0">
              <a:lnSpc>
                <a:spcPct val="100000"/>
              </a:lnSpc>
              <a:spcBef>
                <a:spcPts val="0"/>
              </a:spcBef>
              <a:spcAft>
                <a:spcPts val="0"/>
              </a:spcAft>
              <a:buClr>
                <a:schemeClr val="accent3"/>
              </a:buClr>
              <a:buSzPts val="1400"/>
              <a:buNone/>
              <a:defRPr>
                <a:solidFill>
                  <a:schemeClr val="accent3"/>
                </a:solidFill>
              </a:defRPr>
            </a:lvl8pPr>
            <a:lvl9pPr lvl="8" algn="ctr" rtl="0">
              <a:lnSpc>
                <a:spcPct val="100000"/>
              </a:lnSpc>
              <a:spcBef>
                <a:spcPts val="0"/>
              </a:spcBef>
              <a:spcAft>
                <a:spcPts val="0"/>
              </a:spcAft>
              <a:buClr>
                <a:schemeClr val="accent3"/>
              </a:buClr>
              <a:buSzPts val="1400"/>
              <a:buNone/>
              <a:defRPr>
                <a:solidFill>
                  <a:schemeClr val="accent3"/>
                </a:solidFil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four columns ">
  <p:cSld name="CUSTOM_8_1">
    <p:spTree>
      <p:nvGrpSpPr>
        <p:cNvPr id="1" name="Shape 352"/>
        <p:cNvGrpSpPr/>
        <p:nvPr/>
      </p:nvGrpSpPr>
      <p:grpSpPr>
        <a:xfrm>
          <a:off x="0" y="0"/>
          <a:ext cx="0" cy="0"/>
          <a:chOff x="0" y="0"/>
          <a:chExt cx="0" cy="0"/>
        </a:xfrm>
      </p:grpSpPr>
      <p:sp>
        <p:nvSpPr>
          <p:cNvPr id="353" name="Google Shape;353;p50"/>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54" name="Google Shape;354;p50"/>
          <p:cNvSpPr txBox="1">
            <a:spLocks noGrp="1"/>
          </p:cNvSpPr>
          <p:nvPr>
            <p:ph type="title" idx="2"/>
          </p:nvPr>
        </p:nvSpPr>
        <p:spPr>
          <a:xfrm>
            <a:off x="1969563" y="1525936"/>
            <a:ext cx="2210100" cy="4731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18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55" name="Google Shape;355;p50"/>
          <p:cNvSpPr txBox="1">
            <a:spLocks noGrp="1"/>
          </p:cNvSpPr>
          <p:nvPr>
            <p:ph type="title" idx="3"/>
          </p:nvPr>
        </p:nvSpPr>
        <p:spPr>
          <a:xfrm>
            <a:off x="1969562" y="1854750"/>
            <a:ext cx="22101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56" name="Google Shape;356;p50"/>
          <p:cNvSpPr txBox="1">
            <a:spLocks noGrp="1"/>
          </p:cNvSpPr>
          <p:nvPr>
            <p:ph type="title" idx="4"/>
          </p:nvPr>
        </p:nvSpPr>
        <p:spPr>
          <a:xfrm>
            <a:off x="1969564" y="3300487"/>
            <a:ext cx="2210100" cy="4731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18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57" name="Google Shape;357;p50"/>
          <p:cNvSpPr txBox="1">
            <a:spLocks noGrp="1"/>
          </p:cNvSpPr>
          <p:nvPr>
            <p:ph type="title" idx="5"/>
          </p:nvPr>
        </p:nvSpPr>
        <p:spPr>
          <a:xfrm>
            <a:off x="1969563" y="3621075"/>
            <a:ext cx="22101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58" name="Google Shape;358;p50"/>
          <p:cNvSpPr txBox="1">
            <a:spLocks noGrp="1"/>
          </p:cNvSpPr>
          <p:nvPr>
            <p:ph type="title" idx="6"/>
          </p:nvPr>
        </p:nvSpPr>
        <p:spPr>
          <a:xfrm>
            <a:off x="5796913" y="1525926"/>
            <a:ext cx="2210100" cy="4731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18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59" name="Google Shape;359;p50"/>
          <p:cNvSpPr txBox="1">
            <a:spLocks noGrp="1"/>
          </p:cNvSpPr>
          <p:nvPr>
            <p:ph type="title" idx="7"/>
          </p:nvPr>
        </p:nvSpPr>
        <p:spPr>
          <a:xfrm>
            <a:off x="5796914" y="1854738"/>
            <a:ext cx="22101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60" name="Google Shape;360;p50"/>
          <p:cNvSpPr txBox="1">
            <a:spLocks noGrp="1"/>
          </p:cNvSpPr>
          <p:nvPr>
            <p:ph type="title" idx="8"/>
          </p:nvPr>
        </p:nvSpPr>
        <p:spPr>
          <a:xfrm>
            <a:off x="5854061" y="3300487"/>
            <a:ext cx="2210100" cy="4731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18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61" name="Google Shape;361;p50"/>
          <p:cNvSpPr txBox="1">
            <a:spLocks noGrp="1"/>
          </p:cNvSpPr>
          <p:nvPr>
            <p:ph type="title" idx="9"/>
          </p:nvPr>
        </p:nvSpPr>
        <p:spPr>
          <a:xfrm>
            <a:off x="5854062" y="3621075"/>
            <a:ext cx="22101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62" name="Google Shape;362;p50"/>
          <p:cNvSpPr/>
          <p:nvPr/>
        </p:nvSpPr>
        <p:spPr>
          <a:xfrm rot="10800000">
            <a:off x="0" y="479160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50"/>
          <p:cNvSpPr/>
          <p:nvPr/>
        </p:nvSpPr>
        <p:spPr>
          <a:xfrm rot="5400000">
            <a:off x="7185900" y="1234206"/>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four columns 1">
  <p:cSld name="CUSTOM_14">
    <p:spTree>
      <p:nvGrpSpPr>
        <p:cNvPr id="1" name="Shape 364"/>
        <p:cNvGrpSpPr/>
        <p:nvPr/>
      </p:nvGrpSpPr>
      <p:grpSpPr>
        <a:xfrm>
          <a:off x="0" y="0"/>
          <a:ext cx="0" cy="0"/>
          <a:chOff x="0" y="0"/>
          <a:chExt cx="0" cy="0"/>
        </a:xfrm>
      </p:grpSpPr>
      <p:sp>
        <p:nvSpPr>
          <p:cNvPr id="365" name="Google Shape;365;p51"/>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66" name="Google Shape;366;p51"/>
          <p:cNvSpPr txBox="1">
            <a:spLocks noGrp="1"/>
          </p:cNvSpPr>
          <p:nvPr>
            <p:ph type="title" idx="2"/>
          </p:nvPr>
        </p:nvSpPr>
        <p:spPr>
          <a:xfrm>
            <a:off x="723988" y="1501796"/>
            <a:ext cx="2210100" cy="3840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67" name="Google Shape;367;p51"/>
          <p:cNvSpPr txBox="1">
            <a:spLocks noGrp="1"/>
          </p:cNvSpPr>
          <p:nvPr>
            <p:ph type="title" idx="3"/>
          </p:nvPr>
        </p:nvSpPr>
        <p:spPr>
          <a:xfrm>
            <a:off x="723950" y="1885786"/>
            <a:ext cx="2210100" cy="493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68" name="Google Shape;368;p51"/>
          <p:cNvSpPr txBox="1">
            <a:spLocks noGrp="1"/>
          </p:cNvSpPr>
          <p:nvPr>
            <p:ph type="title" idx="4"/>
          </p:nvPr>
        </p:nvSpPr>
        <p:spPr>
          <a:xfrm>
            <a:off x="723989" y="3139049"/>
            <a:ext cx="2210100" cy="384000"/>
          </a:xfrm>
          <a:prstGeom prst="rect">
            <a:avLst/>
          </a:prstGeom>
        </p:spPr>
        <p:txBody>
          <a:bodyPr spcFirstLastPara="1" wrap="square" lIns="91425" tIns="91425" rIns="91425" bIns="91425" anchor="t" anchorCtr="0">
            <a:noAutofit/>
          </a:bodyPr>
          <a:lstStyle>
            <a:lvl1pPr lvl="0" algn="r"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69" name="Google Shape;369;p51"/>
          <p:cNvSpPr txBox="1">
            <a:spLocks noGrp="1"/>
          </p:cNvSpPr>
          <p:nvPr>
            <p:ph type="title" idx="5"/>
          </p:nvPr>
        </p:nvSpPr>
        <p:spPr>
          <a:xfrm>
            <a:off x="723988" y="3523038"/>
            <a:ext cx="2210100" cy="493800"/>
          </a:xfrm>
          <a:prstGeom prst="rect">
            <a:avLst/>
          </a:prstGeom>
        </p:spPr>
        <p:txBody>
          <a:bodyPr spcFirstLastPara="1" wrap="square" lIns="91425" tIns="91425" rIns="91425" bIns="91425" anchor="t" anchorCtr="0">
            <a:noAutofit/>
          </a:bodyPr>
          <a:lstStyle>
            <a:lvl1pPr lvl="0" algn="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70" name="Google Shape;370;p51"/>
          <p:cNvSpPr txBox="1">
            <a:spLocks noGrp="1"/>
          </p:cNvSpPr>
          <p:nvPr>
            <p:ph type="title" idx="6"/>
          </p:nvPr>
        </p:nvSpPr>
        <p:spPr>
          <a:xfrm>
            <a:off x="6209988" y="1501788"/>
            <a:ext cx="2210100" cy="384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71" name="Google Shape;371;p51"/>
          <p:cNvSpPr txBox="1">
            <a:spLocks noGrp="1"/>
          </p:cNvSpPr>
          <p:nvPr>
            <p:ph type="title" idx="7"/>
          </p:nvPr>
        </p:nvSpPr>
        <p:spPr>
          <a:xfrm>
            <a:off x="6209950" y="1885775"/>
            <a:ext cx="22101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72" name="Google Shape;372;p51"/>
          <p:cNvSpPr txBox="1">
            <a:spLocks noGrp="1"/>
          </p:cNvSpPr>
          <p:nvPr>
            <p:ph type="title" idx="8"/>
          </p:nvPr>
        </p:nvSpPr>
        <p:spPr>
          <a:xfrm>
            <a:off x="6209988" y="3139049"/>
            <a:ext cx="2210100" cy="3840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73" name="Google Shape;373;p51"/>
          <p:cNvSpPr txBox="1">
            <a:spLocks noGrp="1"/>
          </p:cNvSpPr>
          <p:nvPr>
            <p:ph type="title" idx="9"/>
          </p:nvPr>
        </p:nvSpPr>
        <p:spPr>
          <a:xfrm>
            <a:off x="6209988" y="3523038"/>
            <a:ext cx="2210100" cy="4938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four columns 2">
  <p:cSld name="CUSTOM_32">
    <p:spTree>
      <p:nvGrpSpPr>
        <p:cNvPr id="1" name="Shape 374"/>
        <p:cNvGrpSpPr/>
        <p:nvPr/>
      </p:nvGrpSpPr>
      <p:grpSpPr>
        <a:xfrm>
          <a:off x="0" y="0"/>
          <a:ext cx="0" cy="0"/>
          <a:chOff x="0" y="0"/>
          <a:chExt cx="0" cy="0"/>
        </a:xfrm>
      </p:grpSpPr>
      <p:sp>
        <p:nvSpPr>
          <p:cNvPr id="375" name="Google Shape;375;p52"/>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76" name="Google Shape;376;p52"/>
          <p:cNvSpPr txBox="1">
            <a:spLocks noGrp="1"/>
          </p:cNvSpPr>
          <p:nvPr>
            <p:ph type="title" idx="2"/>
          </p:nvPr>
        </p:nvSpPr>
        <p:spPr>
          <a:xfrm>
            <a:off x="2706609" y="3434333"/>
            <a:ext cx="1865400" cy="3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77" name="Google Shape;377;p52"/>
          <p:cNvSpPr txBox="1">
            <a:spLocks noGrp="1"/>
          </p:cNvSpPr>
          <p:nvPr>
            <p:ph type="title" idx="3"/>
          </p:nvPr>
        </p:nvSpPr>
        <p:spPr>
          <a:xfrm>
            <a:off x="2706609" y="3818323"/>
            <a:ext cx="18654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78" name="Google Shape;378;p52"/>
          <p:cNvSpPr txBox="1">
            <a:spLocks noGrp="1"/>
          </p:cNvSpPr>
          <p:nvPr>
            <p:ph type="title" idx="4"/>
          </p:nvPr>
        </p:nvSpPr>
        <p:spPr>
          <a:xfrm>
            <a:off x="841211" y="2942723"/>
            <a:ext cx="1865400" cy="3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79" name="Google Shape;379;p52"/>
          <p:cNvSpPr txBox="1">
            <a:spLocks noGrp="1"/>
          </p:cNvSpPr>
          <p:nvPr>
            <p:ph type="title" idx="5"/>
          </p:nvPr>
        </p:nvSpPr>
        <p:spPr>
          <a:xfrm>
            <a:off x="841211" y="3326712"/>
            <a:ext cx="18654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80" name="Google Shape;380;p52"/>
          <p:cNvSpPr txBox="1">
            <a:spLocks noGrp="1"/>
          </p:cNvSpPr>
          <p:nvPr>
            <p:ph type="title" idx="6"/>
          </p:nvPr>
        </p:nvSpPr>
        <p:spPr>
          <a:xfrm>
            <a:off x="6437396" y="3434325"/>
            <a:ext cx="1865400" cy="3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81" name="Google Shape;381;p52"/>
          <p:cNvSpPr txBox="1">
            <a:spLocks noGrp="1"/>
          </p:cNvSpPr>
          <p:nvPr>
            <p:ph type="title" idx="7"/>
          </p:nvPr>
        </p:nvSpPr>
        <p:spPr>
          <a:xfrm>
            <a:off x="6437396" y="3818312"/>
            <a:ext cx="18654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82" name="Google Shape;382;p52"/>
          <p:cNvSpPr txBox="1">
            <a:spLocks noGrp="1"/>
          </p:cNvSpPr>
          <p:nvPr>
            <p:ph type="title" idx="8"/>
          </p:nvPr>
        </p:nvSpPr>
        <p:spPr>
          <a:xfrm>
            <a:off x="4571992" y="2948561"/>
            <a:ext cx="1865400" cy="3840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000000"/>
              </a:buClr>
              <a:buSzPts val="1800"/>
              <a:buNone/>
              <a:defRPr sz="2100">
                <a:solidFill>
                  <a:schemeClr val="accent5"/>
                </a:solidFill>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a:endParaRPr/>
          </a:p>
        </p:txBody>
      </p:sp>
      <p:sp>
        <p:nvSpPr>
          <p:cNvPr id="383" name="Google Shape;383;p52"/>
          <p:cNvSpPr txBox="1">
            <a:spLocks noGrp="1"/>
          </p:cNvSpPr>
          <p:nvPr>
            <p:ph type="title" idx="9"/>
          </p:nvPr>
        </p:nvSpPr>
        <p:spPr>
          <a:xfrm>
            <a:off x="4571992" y="3332550"/>
            <a:ext cx="18654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84" name="Google Shape;384;p52"/>
          <p:cNvSpPr/>
          <p:nvPr/>
        </p:nvSpPr>
        <p:spPr>
          <a:xfrm rot="10800000">
            <a:off x="-13725" y="4791600"/>
            <a:ext cx="31836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hanks">
  <p:cSld name="CUSTOM_10">
    <p:spTree>
      <p:nvGrpSpPr>
        <p:cNvPr id="1" name="Shape 385"/>
        <p:cNvGrpSpPr/>
        <p:nvPr/>
      </p:nvGrpSpPr>
      <p:grpSpPr>
        <a:xfrm>
          <a:off x="0" y="0"/>
          <a:ext cx="0" cy="0"/>
          <a:chOff x="0" y="0"/>
          <a:chExt cx="0" cy="0"/>
        </a:xfrm>
      </p:grpSpPr>
      <p:sp>
        <p:nvSpPr>
          <p:cNvPr id="386" name="Google Shape;386;p53"/>
          <p:cNvSpPr/>
          <p:nvPr/>
        </p:nvSpPr>
        <p:spPr>
          <a:xfrm rot="5400000">
            <a:off x="4664400" y="73050"/>
            <a:ext cx="4012800" cy="49464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3"/>
          <p:cNvSpPr/>
          <p:nvPr/>
        </p:nvSpPr>
        <p:spPr>
          <a:xfrm rot="10800000">
            <a:off x="0" y="4053850"/>
            <a:ext cx="6390300" cy="7068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53"/>
          <p:cNvSpPr txBox="1">
            <a:spLocks noGrp="1"/>
          </p:cNvSpPr>
          <p:nvPr>
            <p:ph type="title"/>
          </p:nvPr>
        </p:nvSpPr>
        <p:spPr>
          <a:xfrm>
            <a:off x="4848825" y="706800"/>
            <a:ext cx="3225000" cy="754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3500"/>
              <a:buNone/>
              <a:defRPr sz="6000">
                <a:solidFill>
                  <a:schemeClr val="lt1"/>
                </a:solidFill>
              </a:defRPr>
            </a:lvl1pPr>
            <a:lvl2pPr lvl="1" algn="ctr" rtl="0">
              <a:spcBef>
                <a:spcPts val="0"/>
              </a:spcBef>
              <a:spcAft>
                <a:spcPts val="0"/>
              </a:spcAft>
              <a:buClr>
                <a:schemeClr val="accent3"/>
              </a:buClr>
              <a:buSzPts val="3500"/>
              <a:buNone/>
              <a:defRPr sz="3500">
                <a:solidFill>
                  <a:schemeClr val="accent3"/>
                </a:solidFill>
              </a:defRPr>
            </a:lvl2pPr>
            <a:lvl3pPr lvl="2" algn="ctr" rtl="0">
              <a:spcBef>
                <a:spcPts val="0"/>
              </a:spcBef>
              <a:spcAft>
                <a:spcPts val="0"/>
              </a:spcAft>
              <a:buClr>
                <a:schemeClr val="accent3"/>
              </a:buClr>
              <a:buSzPts val="3500"/>
              <a:buNone/>
              <a:defRPr sz="3500">
                <a:solidFill>
                  <a:schemeClr val="accent3"/>
                </a:solidFill>
              </a:defRPr>
            </a:lvl3pPr>
            <a:lvl4pPr lvl="3" algn="ctr" rtl="0">
              <a:spcBef>
                <a:spcPts val="0"/>
              </a:spcBef>
              <a:spcAft>
                <a:spcPts val="0"/>
              </a:spcAft>
              <a:buClr>
                <a:schemeClr val="accent3"/>
              </a:buClr>
              <a:buSzPts val="3500"/>
              <a:buNone/>
              <a:defRPr sz="3500">
                <a:solidFill>
                  <a:schemeClr val="accent3"/>
                </a:solidFill>
              </a:defRPr>
            </a:lvl4pPr>
            <a:lvl5pPr lvl="4" algn="ctr" rtl="0">
              <a:spcBef>
                <a:spcPts val="0"/>
              </a:spcBef>
              <a:spcAft>
                <a:spcPts val="0"/>
              </a:spcAft>
              <a:buClr>
                <a:schemeClr val="accent3"/>
              </a:buClr>
              <a:buSzPts val="3500"/>
              <a:buNone/>
              <a:defRPr sz="3500">
                <a:solidFill>
                  <a:schemeClr val="accent3"/>
                </a:solidFill>
              </a:defRPr>
            </a:lvl5pPr>
            <a:lvl6pPr lvl="5" algn="ctr" rtl="0">
              <a:spcBef>
                <a:spcPts val="0"/>
              </a:spcBef>
              <a:spcAft>
                <a:spcPts val="0"/>
              </a:spcAft>
              <a:buClr>
                <a:schemeClr val="accent3"/>
              </a:buClr>
              <a:buSzPts val="3500"/>
              <a:buNone/>
              <a:defRPr sz="3500">
                <a:solidFill>
                  <a:schemeClr val="accent3"/>
                </a:solidFill>
              </a:defRPr>
            </a:lvl6pPr>
            <a:lvl7pPr lvl="6" algn="ctr" rtl="0">
              <a:spcBef>
                <a:spcPts val="0"/>
              </a:spcBef>
              <a:spcAft>
                <a:spcPts val="0"/>
              </a:spcAft>
              <a:buClr>
                <a:schemeClr val="accent3"/>
              </a:buClr>
              <a:buSzPts val="3500"/>
              <a:buNone/>
              <a:defRPr sz="3500">
                <a:solidFill>
                  <a:schemeClr val="accent3"/>
                </a:solidFill>
              </a:defRPr>
            </a:lvl7pPr>
            <a:lvl8pPr lvl="7" algn="ctr" rtl="0">
              <a:spcBef>
                <a:spcPts val="0"/>
              </a:spcBef>
              <a:spcAft>
                <a:spcPts val="0"/>
              </a:spcAft>
              <a:buClr>
                <a:schemeClr val="accent3"/>
              </a:buClr>
              <a:buSzPts val="3500"/>
              <a:buNone/>
              <a:defRPr sz="3500">
                <a:solidFill>
                  <a:schemeClr val="accent3"/>
                </a:solidFill>
              </a:defRPr>
            </a:lvl8pPr>
            <a:lvl9pPr lvl="8" algn="ctr" rtl="0">
              <a:spcBef>
                <a:spcPts val="0"/>
              </a:spcBef>
              <a:spcAft>
                <a:spcPts val="0"/>
              </a:spcAft>
              <a:buClr>
                <a:schemeClr val="accent3"/>
              </a:buClr>
              <a:buSzPts val="3500"/>
              <a:buNone/>
              <a:defRPr sz="3500">
                <a:solidFill>
                  <a:schemeClr val="accent3"/>
                </a:solidFill>
              </a:defRPr>
            </a:lvl9pPr>
          </a:lstStyle>
          <a:p>
            <a:endParaRPr/>
          </a:p>
        </p:txBody>
      </p:sp>
      <p:sp>
        <p:nvSpPr>
          <p:cNvPr id="389" name="Google Shape;389;p53"/>
          <p:cNvSpPr txBox="1"/>
          <p:nvPr/>
        </p:nvSpPr>
        <p:spPr>
          <a:xfrm>
            <a:off x="4849000" y="2836800"/>
            <a:ext cx="3857700" cy="667200"/>
          </a:xfrm>
          <a:prstGeom prst="rect">
            <a:avLst/>
          </a:prstGeom>
          <a:noFill/>
          <a:ln>
            <a:noFill/>
          </a:ln>
        </p:spPr>
        <p:txBody>
          <a:bodyPr spcFirstLastPara="1" wrap="square" lIns="91425" tIns="91425" rIns="91425" bIns="91425" anchor="ctr" anchorCtr="0">
            <a:noAutofit/>
          </a:bodyPr>
          <a:lstStyle/>
          <a:p>
            <a:pPr marL="0" lvl="0" indent="0" algn="l" rtl="0">
              <a:lnSpc>
                <a:spcPct val="100000"/>
              </a:lnSpc>
              <a:spcBef>
                <a:spcPts val="300"/>
              </a:spcBef>
              <a:spcAft>
                <a:spcPts val="0"/>
              </a:spcAft>
              <a:buNone/>
            </a:pPr>
            <a:r>
              <a:rPr lang="en-GB" sz="1100">
                <a:solidFill>
                  <a:schemeClr val="lt1"/>
                </a:solidFill>
                <a:latin typeface="Montserrat"/>
                <a:ea typeface="Montserrat"/>
                <a:cs typeface="Montserrat"/>
                <a:sym typeface="Montserrat"/>
              </a:rPr>
              <a:t>CREDITS: This presentation template was created by </a:t>
            </a:r>
            <a:r>
              <a:rPr lang="en-GB" sz="1100" b="1">
                <a:solidFill>
                  <a:schemeClr val="lt1"/>
                </a:solidFill>
                <a:uFill>
                  <a:noFill/>
                </a:uFill>
                <a:latin typeface="Montserrat"/>
                <a:ea typeface="Montserrat"/>
                <a:cs typeface="Montserrat"/>
                <a:sym typeface="Montserrat"/>
                <a:hlinkClick r:id="rId2"/>
              </a:rPr>
              <a:t>Slidesgo</a:t>
            </a:r>
            <a:r>
              <a:rPr lang="en-GB" sz="1100">
                <a:solidFill>
                  <a:schemeClr val="lt1"/>
                </a:solidFill>
                <a:latin typeface="Montserrat"/>
                <a:ea typeface="Montserrat"/>
                <a:cs typeface="Montserrat"/>
                <a:sym typeface="Montserrat"/>
              </a:rPr>
              <a:t>, including icons by </a:t>
            </a:r>
            <a:r>
              <a:rPr lang="en-GB" sz="1100" b="1">
                <a:solidFill>
                  <a:schemeClr val="lt1"/>
                </a:solidFill>
                <a:uFill>
                  <a:noFill/>
                </a:uFill>
                <a:latin typeface="Montserrat"/>
                <a:ea typeface="Montserrat"/>
                <a:cs typeface="Montserrat"/>
                <a:sym typeface="Montserrat"/>
                <a:hlinkClick r:id="rId3"/>
              </a:rPr>
              <a:t>Flaticon</a:t>
            </a:r>
            <a:r>
              <a:rPr lang="en-GB" sz="1100">
                <a:solidFill>
                  <a:schemeClr val="lt1"/>
                </a:solidFill>
                <a:latin typeface="Montserrat"/>
                <a:ea typeface="Montserrat"/>
                <a:cs typeface="Montserrat"/>
                <a:sym typeface="Montserrat"/>
              </a:rPr>
              <a:t>, and infographics &amp; images by </a:t>
            </a:r>
            <a:r>
              <a:rPr lang="en-GB" sz="1100" b="1">
                <a:solidFill>
                  <a:schemeClr val="lt1"/>
                </a:solidFill>
                <a:uFill>
                  <a:noFill/>
                </a:uFill>
                <a:latin typeface="Montserrat"/>
                <a:ea typeface="Montserrat"/>
                <a:cs typeface="Montserrat"/>
                <a:sym typeface="Montserrat"/>
                <a:hlinkClick r:id="rId4"/>
              </a:rPr>
              <a:t>Freepik</a:t>
            </a:r>
            <a:r>
              <a:rPr lang="en-GB" sz="1100">
                <a:solidFill>
                  <a:schemeClr val="lt1"/>
                </a:solidFill>
                <a:latin typeface="Montserrat"/>
                <a:ea typeface="Montserrat"/>
                <a:cs typeface="Montserrat"/>
                <a:sym typeface="Montserrat"/>
              </a:rPr>
              <a:t> </a:t>
            </a:r>
            <a:endParaRPr sz="1100">
              <a:solidFill>
                <a:schemeClr val="lt1"/>
              </a:solidFill>
              <a:latin typeface="Montserrat"/>
              <a:ea typeface="Montserrat"/>
              <a:cs typeface="Montserrat"/>
              <a:sym typeface="Montserrat"/>
            </a:endParaRPr>
          </a:p>
        </p:txBody>
      </p:sp>
      <p:sp>
        <p:nvSpPr>
          <p:cNvPr id="390" name="Google Shape;390;p53"/>
          <p:cNvSpPr txBox="1">
            <a:spLocks noGrp="1"/>
          </p:cNvSpPr>
          <p:nvPr>
            <p:ph type="title" idx="2"/>
          </p:nvPr>
        </p:nvSpPr>
        <p:spPr>
          <a:xfrm>
            <a:off x="4848825" y="3557675"/>
            <a:ext cx="3571200" cy="5844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Font typeface="Montserrat"/>
              <a:buNone/>
              <a:defRPr sz="1100">
                <a:solidFill>
                  <a:schemeClr val="lt1"/>
                </a:solidFill>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91" name="Google Shape;391;p53"/>
          <p:cNvSpPr txBox="1">
            <a:spLocks noGrp="1"/>
          </p:cNvSpPr>
          <p:nvPr>
            <p:ph type="title" idx="3"/>
          </p:nvPr>
        </p:nvSpPr>
        <p:spPr>
          <a:xfrm>
            <a:off x="4849000" y="1653475"/>
            <a:ext cx="3225000" cy="584400"/>
          </a:xfrm>
          <a:prstGeom prst="rect">
            <a:avLst/>
          </a:prstGeom>
        </p:spPr>
        <p:txBody>
          <a:bodyPr spcFirstLastPara="1" wrap="square" lIns="91425" tIns="91425" rIns="91425" bIns="91425" anchor="t" anchorCtr="0">
            <a:noAutofit/>
          </a:bodyPr>
          <a:lstStyle>
            <a:lvl1pPr lvl="0" rtl="0">
              <a:spcBef>
                <a:spcPts val="0"/>
              </a:spcBef>
              <a:spcAft>
                <a:spcPts val="0"/>
              </a:spcAft>
              <a:buSzPts val="1400"/>
              <a:buFont typeface="Montserrat"/>
              <a:buNone/>
              <a:defRPr sz="1400" b="0">
                <a:latin typeface="Montserrat"/>
                <a:ea typeface="Montserrat"/>
                <a:cs typeface="Montserrat"/>
                <a:sym typeface="Montserrat"/>
              </a:defRPr>
            </a:lvl1pPr>
            <a:lvl2pPr lvl="1" rtl="0">
              <a:spcBef>
                <a:spcPts val="0"/>
              </a:spcBef>
              <a:spcAft>
                <a:spcPts val="0"/>
              </a:spcAft>
              <a:buSzPts val="1400"/>
              <a:buFont typeface="Montserrat"/>
              <a:buNone/>
              <a:defRPr sz="1400">
                <a:latin typeface="Montserrat"/>
                <a:ea typeface="Montserrat"/>
                <a:cs typeface="Montserrat"/>
                <a:sym typeface="Montserrat"/>
              </a:defRPr>
            </a:lvl2pPr>
            <a:lvl3pPr lvl="2" rtl="0">
              <a:spcBef>
                <a:spcPts val="0"/>
              </a:spcBef>
              <a:spcAft>
                <a:spcPts val="0"/>
              </a:spcAft>
              <a:buSzPts val="1400"/>
              <a:buFont typeface="Montserrat"/>
              <a:buNone/>
              <a:defRPr sz="1400">
                <a:latin typeface="Montserrat"/>
                <a:ea typeface="Montserrat"/>
                <a:cs typeface="Montserrat"/>
                <a:sym typeface="Montserrat"/>
              </a:defRPr>
            </a:lvl3pPr>
            <a:lvl4pPr lvl="3" rtl="0">
              <a:spcBef>
                <a:spcPts val="0"/>
              </a:spcBef>
              <a:spcAft>
                <a:spcPts val="0"/>
              </a:spcAft>
              <a:buSzPts val="1400"/>
              <a:buFont typeface="Montserrat"/>
              <a:buNone/>
              <a:defRPr sz="1400">
                <a:latin typeface="Montserrat"/>
                <a:ea typeface="Montserrat"/>
                <a:cs typeface="Montserrat"/>
                <a:sym typeface="Montserrat"/>
              </a:defRPr>
            </a:lvl4pPr>
            <a:lvl5pPr lvl="4" rtl="0">
              <a:spcBef>
                <a:spcPts val="0"/>
              </a:spcBef>
              <a:spcAft>
                <a:spcPts val="0"/>
              </a:spcAft>
              <a:buSzPts val="1400"/>
              <a:buFont typeface="Montserrat"/>
              <a:buNone/>
              <a:defRPr sz="1400">
                <a:latin typeface="Montserrat"/>
                <a:ea typeface="Montserrat"/>
                <a:cs typeface="Montserrat"/>
                <a:sym typeface="Montserrat"/>
              </a:defRPr>
            </a:lvl5pPr>
            <a:lvl6pPr lvl="5" rtl="0">
              <a:spcBef>
                <a:spcPts val="0"/>
              </a:spcBef>
              <a:spcAft>
                <a:spcPts val="0"/>
              </a:spcAft>
              <a:buSzPts val="1400"/>
              <a:buFont typeface="Montserrat"/>
              <a:buNone/>
              <a:defRPr sz="1400">
                <a:latin typeface="Montserrat"/>
                <a:ea typeface="Montserrat"/>
                <a:cs typeface="Montserrat"/>
                <a:sym typeface="Montserrat"/>
              </a:defRPr>
            </a:lvl6pPr>
            <a:lvl7pPr lvl="6" rtl="0">
              <a:spcBef>
                <a:spcPts val="0"/>
              </a:spcBef>
              <a:spcAft>
                <a:spcPts val="0"/>
              </a:spcAft>
              <a:buSzPts val="1400"/>
              <a:buFont typeface="Montserrat"/>
              <a:buNone/>
              <a:defRPr sz="1400">
                <a:latin typeface="Montserrat"/>
                <a:ea typeface="Montserrat"/>
                <a:cs typeface="Montserrat"/>
                <a:sym typeface="Montserrat"/>
              </a:defRPr>
            </a:lvl7pPr>
            <a:lvl8pPr lvl="7" rtl="0">
              <a:spcBef>
                <a:spcPts val="0"/>
              </a:spcBef>
              <a:spcAft>
                <a:spcPts val="0"/>
              </a:spcAft>
              <a:buSzPts val="1400"/>
              <a:buFont typeface="Montserrat"/>
              <a:buNone/>
              <a:defRPr sz="1400">
                <a:latin typeface="Montserrat"/>
                <a:ea typeface="Montserrat"/>
                <a:cs typeface="Montserrat"/>
                <a:sym typeface="Montserrat"/>
              </a:defRPr>
            </a:lvl8pPr>
            <a:lvl9pPr lvl="8" rtl="0">
              <a:spcBef>
                <a:spcPts val="0"/>
              </a:spcBef>
              <a:spcAft>
                <a:spcPts val="0"/>
              </a:spcAft>
              <a:buSzPts val="1400"/>
              <a:buFont typeface="Montserrat"/>
              <a:buNone/>
              <a:defRPr sz="1400">
                <a:latin typeface="Montserrat"/>
                <a:ea typeface="Montserrat"/>
                <a:cs typeface="Montserrat"/>
                <a:sym typeface="Montserrat"/>
              </a:defRPr>
            </a:lvl9pPr>
          </a:lstStyle>
          <a:p>
            <a:endParaRPr/>
          </a:p>
        </p:txBody>
      </p:sp>
      <p:sp>
        <p:nvSpPr>
          <p:cNvPr id="392" name="Google Shape;392;p53"/>
          <p:cNvSpPr/>
          <p:nvPr/>
        </p:nvSpPr>
        <p:spPr>
          <a:xfrm rot="10800000">
            <a:off x="7092600" y="367050"/>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ext and two columns">
  <p:cSld name="CUSTOM_9">
    <p:spTree>
      <p:nvGrpSpPr>
        <p:cNvPr id="1" name="Shape 393"/>
        <p:cNvGrpSpPr/>
        <p:nvPr/>
      </p:nvGrpSpPr>
      <p:grpSpPr>
        <a:xfrm>
          <a:off x="0" y="0"/>
          <a:ext cx="0" cy="0"/>
          <a:chOff x="0" y="0"/>
          <a:chExt cx="0" cy="0"/>
        </a:xfrm>
      </p:grpSpPr>
      <p:sp>
        <p:nvSpPr>
          <p:cNvPr id="394" name="Google Shape;394;p54"/>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395" name="Google Shape;395;p54"/>
          <p:cNvSpPr txBox="1">
            <a:spLocks noGrp="1"/>
          </p:cNvSpPr>
          <p:nvPr>
            <p:ph type="body" idx="1"/>
          </p:nvPr>
        </p:nvSpPr>
        <p:spPr>
          <a:xfrm>
            <a:off x="723975" y="1028700"/>
            <a:ext cx="3738900" cy="3540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5"/>
              </a:buClr>
              <a:buSzPts val="1400"/>
              <a:buChar char="●"/>
              <a:defRPr sz="1400">
                <a:solidFill>
                  <a:srgbClr val="000000"/>
                </a:solidFill>
              </a:defRPr>
            </a:lvl1pPr>
            <a:lvl2pPr marL="914400" lvl="1" indent="-317500" algn="r" rtl="0">
              <a:spcBef>
                <a:spcPts val="1600"/>
              </a:spcBef>
              <a:spcAft>
                <a:spcPts val="0"/>
              </a:spcAft>
              <a:buClr>
                <a:srgbClr val="000000"/>
              </a:buClr>
              <a:buSzPts val="1400"/>
              <a:buChar char="○"/>
              <a:defRPr>
                <a:solidFill>
                  <a:srgbClr val="000000"/>
                </a:solidFill>
              </a:defRPr>
            </a:lvl2pPr>
            <a:lvl3pPr marL="1371600" lvl="2" indent="-317500" algn="r" rtl="0">
              <a:spcBef>
                <a:spcPts val="1600"/>
              </a:spcBef>
              <a:spcAft>
                <a:spcPts val="0"/>
              </a:spcAft>
              <a:buClr>
                <a:srgbClr val="000000"/>
              </a:buClr>
              <a:buSzPts val="1400"/>
              <a:buChar char="■"/>
              <a:defRPr>
                <a:solidFill>
                  <a:srgbClr val="000000"/>
                </a:solidFill>
              </a:defRPr>
            </a:lvl3pPr>
            <a:lvl4pPr marL="1828800" lvl="3" indent="-317500" algn="r" rtl="0">
              <a:spcBef>
                <a:spcPts val="1600"/>
              </a:spcBef>
              <a:spcAft>
                <a:spcPts val="0"/>
              </a:spcAft>
              <a:buClr>
                <a:srgbClr val="000000"/>
              </a:buClr>
              <a:buSzPts val="1400"/>
              <a:buChar char="●"/>
              <a:defRPr>
                <a:solidFill>
                  <a:srgbClr val="000000"/>
                </a:solidFill>
              </a:defRPr>
            </a:lvl4pPr>
            <a:lvl5pPr marL="2286000" lvl="4" indent="-317500" algn="r" rtl="0">
              <a:spcBef>
                <a:spcPts val="1600"/>
              </a:spcBef>
              <a:spcAft>
                <a:spcPts val="0"/>
              </a:spcAft>
              <a:buClr>
                <a:srgbClr val="000000"/>
              </a:buClr>
              <a:buSzPts val="1400"/>
              <a:buChar char="○"/>
              <a:defRPr>
                <a:solidFill>
                  <a:srgbClr val="000000"/>
                </a:solidFill>
              </a:defRPr>
            </a:lvl5pPr>
            <a:lvl6pPr marL="2743200" lvl="5" indent="-317500" algn="r" rtl="0">
              <a:spcBef>
                <a:spcPts val="1600"/>
              </a:spcBef>
              <a:spcAft>
                <a:spcPts val="0"/>
              </a:spcAft>
              <a:buClr>
                <a:srgbClr val="000000"/>
              </a:buClr>
              <a:buSzPts val="1400"/>
              <a:buChar char="■"/>
              <a:defRPr>
                <a:solidFill>
                  <a:srgbClr val="000000"/>
                </a:solidFill>
              </a:defRPr>
            </a:lvl6pPr>
            <a:lvl7pPr marL="3200400" lvl="6" indent="-317500" algn="r" rtl="0">
              <a:spcBef>
                <a:spcPts val="1600"/>
              </a:spcBef>
              <a:spcAft>
                <a:spcPts val="0"/>
              </a:spcAft>
              <a:buClr>
                <a:srgbClr val="000000"/>
              </a:buClr>
              <a:buSzPts val="1400"/>
              <a:buChar char="●"/>
              <a:defRPr>
                <a:solidFill>
                  <a:srgbClr val="000000"/>
                </a:solidFill>
              </a:defRPr>
            </a:lvl7pPr>
            <a:lvl8pPr marL="3657600" lvl="7" indent="-317500" algn="r" rtl="0">
              <a:spcBef>
                <a:spcPts val="1600"/>
              </a:spcBef>
              <a:spcAft>
                <a:spcPts val="0"/>
              </a:spcAft>
              <a:buClr>
                <a:srgbClr val="000000"/>
              </a:buClr>
              <a:buSzPts val="1400"/>
              <a:buChar char="○"/>
              <a:defRPr>
                <a:solidFill>
                  <a:srgbClr val="000000"/>
                </a:solidFill>
              </a:defRPr>
            </a:lvl8pPr>
            <a:lvl9pPr marL="4114800" lvl="8" indent="-317500" algn="r" rtl="0">
              <a:spcBef>
                <a:spcPts val="1600"/>
              </a:spcBef>
              <a:spcAft>
                <a:spcPts val="1600"/>
              </a:spcAft>
              <a:buClr>
                <a:srgbClr val="000000"/>
              </a:buClr>
              <a:buSzPts val="1400"/>
              <a:buChar char="■"/>
              <a:defRPr>
                <a:solidFill>
                  <a:srgbClr val="000000"/>
                </a:solidFill>
              </a:defRPr>
            </a:lvl9pPr>
          </a:lstStyle>
          <a:p>
            <a:endParaRPr/>
          </a:p>
        </p:txBody>
      </p:sp>
      <p:sp>
        <p:nvSpPr>
          <p:cNvPr id="396" name="Google Shape;396;p54"/>
          <p:cNvSpPr txBox="1">
            <a:spLocks noGrp="1"/>
          </p:cNvSpPr>
          <p:nvPr>
            <p:ph type="body" idx="2"/>
          </p:nvPr>
        </p:nvSpPr>
        <p:spPr>
          <a:xfrm>
            <a:off x="4681175" y="1028700"/>
            <a:ext cx="3738900" cy="3540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5"/>
              </a:buClr>
              <a:buSzPts val="1400"/>
              <a:buChar char="●"/>
              <a:defRPr sz="1200">
                <a:solidFill>
                  <a:srgbClr val="000000"/>
                </a:solidFill>
              </a:defRPr>
            </a:lvl1pPr>
            <a:lvl2pPr marL="914400" lvl="1" indent="-317500" algn="r" rtl="0">
              <a:spcBef>
                <a:spcPts val="1600"/>
              </a:spcBef>
              <a:spcAft>
                <a:spcPts val="0"/>
              </a:spcAft>
              <a:buClr>
                <a:srgbClr val="000000"/>
              </a:buClr>
              <a:buSzPts val="1400"/>
              <a:buChar char="○"/>
              <a:defRPr>
                <a:solidFill>
                  <a:srgbClr val="000000"/>
                </a:solidFill>
              </a:defRPr>
            </a:lvl2pPr>
            <a:lvl3pPr marL="1371600" lvl="2" indent="-317500" algn="r" rtl="0">
              <a:spcBef>
                <a:spcPts val="1600"/>
              </a:spcBef>
              <a:spcAft>
                <a:spcPts val="0"/>
              </a:spcAft>
              <a:buClr>
                <a:srgbClr val="000000"/>
              </a:buClr>
              <a:buSzPts val="1400"/>
              <a:buChar char="■"/>
              <a:defRPr>
                <a:solidFill>
                  <a:srgbClr val="000000"/>
                </a:solidFill>
              </a:defRPr>
            </a:lvl3pPr>
            <a:lvl4pPr marL="1828800" lvl="3" indent="-317500" algn="r" rtl="0">
              <a:spcBef>
                <a:spcPts val="1600"/>
              </a:spcBef>
              <a:spcAft>
                <a:spcPts val="0"/>
              </a:spcAft>
              <a:buClr>
                <a:srgbClr val="000000"/>
              </a:buClr>
              <a:buSzPts val="1400"/>
              <a:buChar char="●"/>
              <a:defRPr>
                <a:solidFill>
                  <a:srgbClr val="000000"/>
                </a:solidFill>
              </a:defRPr>
            </a:lvl4pPr>
            <a:lvl5pPr marL="2286000" lvl="4" indent="-317500" algn="r" rtl="0">
              <a:spcBef>
                <a:spcPts val="1600"/>
              </a:spcBef>
              <a:spcAft>
                <a:spcPts val="0"/>
              </a:spcAft>
              <a:buClr>
                <a:srgbClr val="000000"/>
              </a:buClr>
              <a:buSzPts val="1400"/>
              <a:buChar char="○"/>
              <a:defRPr>
                <a:solidFill>
                  <a:srgbClr val="000000"/>
                </a:solidFill>
              </a:defRPr>
            </a:lvl5pPr>
            <a:lvl6pPr marL="2743200" lvl="5" indent="-317500" algn="r" rtl="0">
              <a:spcBef>
                <a:spcPts val="1600"/>
              </a:spcBef>
              <a:spcAft>
                <a:spcPts val="0"/>
              </a:spcAft>
              <a:buClr>
                <a:srgbClr val="000000"/>
              </a:buClr>
              <a:buSzPts val="1400"/>
              <a:buChar char="■"/>
              <a:defRPr>
                <a:solidFill>
                  <a:srgbClr val="000000"/>
                </a:solidFill>
              </a:defRPr>
            </a:lvl6pPr>
            <a:lvl7pPr marL="3200400" lvl="6" indent="-317500" algn="r" rtl="0">
              <a:spcBef>
                <a:spcPts val="1600"/>
              </a:spcBef>
              <a:spcAft>
                <a:spcPts val="0"/>
              </a:spcAft>
              <a:buClr>
                <a:srgbClr val="000000"/>
              </a:buClr>
              <a:buSzPts val="1400"/>
              <a:buChar char="●"/>
              <a:defRPr>
                <a:solidFill>
                  <a:srgbClr val="000000"/>
                </a:solidFill>
              </a:defRPr>
            </a:lvl7pPr>
            <a:lvl8pPr marL="3657600" lvl="7" indent="-317500" algn="r" rtl="0">
              <a:spcBef>
                <a:spcPts val="1600"/>
              </a:spcBef>
              <a:spcAft>
                <a:spcPts val="0"/>
              </a:spcAft>
              <a:buClr>
                <a:srgbClr val="000000"/>
              </a:buClr>
              <a:buSzPts val="1400"/>
              <a:buChar char="○"/>
              <a:defRPr>
                <a:solidFill>
                  <a:srgbClr val="000000"/>
                </a:solidFill>
              </a:defRPr>
            </a:lvl8pPr>
            <a:lvl9pPr marL="4114800" lvl="8" indent="-317500" algn="r" rtl="0">
              <a:spcBef>
                <a:spcPts val="1600"/>
              </a:spcBef>
              <a:spcAft>
                <a:spcPts val="1600"/>
              </a:spcAft>
              <a:buClr>
                <a:srgbClr val="000000"/>
              </a:buClr>
              <a:buSzPts val="1400"/>
              <a:buChar char="■"/>
              <a:defRPr>
                <a:solidFill>
                  <a:srgbClr val="000000"/>
                </a:solidFill>
              </a:defRPr>
            </a:lvl9pPr>
          </a:lstStyle>
          <a:p>
            <a:endParaRPr/>
          </a:p>
        </p:txBody>
      </p:sp>
      <p:sp>
        <p:nvSpPr>
          <p:cNvPr id="397" name="Google Shape;397;p54"/>
          <p:cNvSpPr/>
          <p:nvPr/>
        </p:nvSpPr>
        <p:spPr>
          <a:xfrm rot="5400000">
            <a:off x="8276838" y="70050"/>
            <a:ext cx="10077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54"/>
          <p:cNvSpPr/>
          <p:nvPr/>
        </p:nvSpPr>
        <p:spPr>
          <a:xfrm rot="10800000">
            <a:off x="5960388" y="4791600"/>
            <a:ext cx="31836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only 4">
  <p:cSld name="CUSTOM_12">
    <p:spTree>
      <p:nvGrpSpPr>
        <p:cNvPr id="1" name="Shape 399"/>
        <p:cNvGrpSpPr/>
        <p:nvPr/>
      </p:nvGrpSpPr>
      <p:grpSpPr>
        <a:xfrm>
          <a:off x="0" y="0"/>
          <a:ext cx="0" cy="0"/>
          <a:chOff x="0" y="0"/>
          <a:chExt cx="0" cy="0"/>
        </a:xfrm>
      </p:grpSpPr>
      <p:sp>
        <p:nvSpPr>
          <p:cNvPr id="400" name="Google Shape;400;p55"/>
          <p:cNvSpPr/>
          <p:nvPr/>
        </p:nvSpPr>
        <p:spPr>
          <a:xfrm rot="5400000">
            <a:off x="8459550" y="332425"/>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5"/>
          <p:cNvSpPr/>
          <p:nvPr/>
        </p:nvSpPr>
        <p:spPr>
          <a:xfrm rot="5400000">
            <a:off x="-148500" y="4273800"/>
            <a:ext cx="1007700" cy="7317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5"/>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5">
  <p:cSld name="CUSTOM_12_1">
    <p:spTree>
      <p:nvGrpSpPr>
        <p:cNvPr id="1" name="Shape 403"/>
        <p:cNvGrpSpPr/>
        <p:nvPr/>
      </p:nvGrpSpPr>
      <p:grpSpPr>
        <a:xfrm>
          <a:off x="0" y="0"/>
          <a:ext cx="0" cy="0"/>
          <a:chOff x="0" y="0"/>
          <a:chExt cx="0" cy="0"/>
        </a:xfrm>
      </p:grpSpPr>
      <p:sp>
        <p:nvSpPr>
          <p:cNvPr id="404" name="Google Shape;404;p56"/>
          <p:cNvSpPr/>
          <p:nvPr/>
        </p:nvSpPr>
        <p:spPr>
          <a:xfrm>
            <a:off x="0" y="-125"/>
            <a:ext cx="9144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6"/>
          <p:cNvSpPr/>
          <p:nvPr/>
        </p:nvSpPr>
        <p:spPr>
          <a:xfrm>
            <a:off x="0" y="4791475"/>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56"/>
          <p:cNvSpPr txBox="1">
            <a:spLocks noGrp="1"/>
          </p:cNvSpPr>
          <p:nvPr>
            <p:ph type="title"/>
          </p:nvPr>
        </p:nvSpPr>
        <p:spPr>
          <a:xfrm>
            <a:off x="723900" y="361800"/>
            <a:ext cx="7696200" cy="5727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3"/>
              </a:buClr>
              <a:buSzPts val="2800"/>
              <a:buNone/>
              <a:defRPr>
                <a:solidFill>
                  <a:schemeClr val="accent3"/>
                </a:solidFill>
              </a:defRPr>
            </a:lvl1pPr>
            <a:lvl2pPr lvl="1" rtl="0">
              <a:spcBef>
                <a:spcPts val="0"/>
              </a:spcBef>
              <a:spcAft>
                <a:spcPts val="0"/>
              </a:spcAft>
              <a:buClr>
                <a:schemeClr val="accent3"/>
              </a:buClr>
              <a:buSzPts val="2800"/>
              <a:buNone/>
              <a:defRPr>
                <a:solidFill>
                  <a:schemeClr val="accent3"/>
                </a:solidFill>
              </a:defRPr>
            </a:lvl2pPr>
            <a:lvl3pPr lvl="2" rtl="0">
              <a:spcBef>
                <a:spcPts val="0"/>
              </a:spcBef>
              <a:spcAft>
                <a:spcPts val="0"/>
              </a:spcAft>
              <a:buClr>
                <a:schemeClr val="accent3"/>
              </a:buClr>
              <a:buSzPts val="2800"/>
              <a:buNone/>
              <a:defRPr>
                <a:solidFill>
                  <a:schemeClr val="accent3"/>
                </a:solidFill>
              </a:defRPr>
            </a:lvl3pPr>
            <a:lvl4pPr lvl="3" rtl="0">
              <a:spcBef>
                <a:spcPts val="0"/>
              </a:spcBef>
              <a:spcAft>
                <a:spcPts val="0"/>
              </a:spcAft>
              <a:buClr>
                <a:schemeClr val="accent3"/>
              </a:buClr>
              <a:buSzPts val="2800"/>
              <a:buNone/>
              <a:defRPr>
                <a:solidFill>
                  <a:schemeClr val="accent3"/>
                </a:solidFill>
              </a:defRPr>
            </a:lvl4pPr>
            <a:lvl5pPr lvl="4" rtl="0">
              <a:spcBef>
                <a:spcPts val="0"/>
              </a:spcBef>
              <a:spcAft>
                <a:spcPts val="0"/>
              </a:spcAft>
              <a:buClr>
                <a:schemeClr val="accent3"/>
              </a:buClr>
              <a:buSzPts val="2800"/>
              <a:buNone/>
              <a:defRPr>
                <a:solidFill>
                  <a:schemeClr val="accent3"/>
                </a:solidFill>
              </a:defRPr>
            </a:lvl5pPr>
            <a:lvl6pPr lvl="5" rtl="0">
              <a:spcBef>
                <a:spcPts val="0"/>
              </a:spcBef>
              <a:spcAft>
                <a:spcPts val="0"/>
              </a:spcAft>
              <a:buClr>
                <a:schemeClr val="accent3"/>
              </a:buClr>
              <a:buSzPts val="2800"/>
              <a:buNone/>
              <a:defRPr>
                <a:solidFill>
                  <a:schemeClr val="accent3"/>
                </a:solidFill>
              </a:defRPr>
            </a:lvl6pPr>
            <a:lvl7pPr lvl="6" rtl="0">
              <a:spcBef>
                <a:spcPts val="0"/>
              </a:spcBef>
              <a:spcAft>
                <a:spcPts val="0"/>
              </a:spcAft>
              <a:buClr>
                <a:schemeClr val="accent3"/>
              </a:buClr>
              <a:buSzPts val="2800"/>
              <a:buNone/>
              <a:defRPr>
                <a:solidFill>
                  <a:schemeClr val="accent3"/>
                </a:solidFill>
              </a:defRPr>
            </a:lvl7pPr>
            <a:lvl8pPr lvl="7" rtl="0">
              <a:spcBef>
                <a:spcPts val="0"/>
              </a:spcBef>
              <a:spcAft>
                <a:spcPts val="0"/>
              </a:spcAft>
              <a:buClr>
                <a:schemeClr val="accent3"/>
              </a:buClr>
              <a:buSzPts val="2800"/>
              <a:buNone/>
              <a:defRPr>
                <a:solidFill>
                  <a:schemeClr val="accent3"/>
                </a:solidFill>
              </a:defRPr>
            </a:lvl8pPr>
            <a:lvl9pPr lvl="8" rtl="0">
              <a:spcBef>
                <a:spcPts val="0"/>
              </a:spcBef>
              <a:spcAft>
                <a:spcPts val="0"/>
              </a:spcAft>
              <a:buClr>
                <a:schemeClr val="accent3"/>
              </a:buClr>
              <a:buSzPts val="2800"/>
              <a:buNone/>
              <a:defRPr>
                <a:solidFill>
                  <a:schemeClr val="accent3"/>
                </a:solidFill>
              </a:defRPr>
            </a:lvl9pPr>
          </a:lstStyle>
          <a:p>
            <a:endParaRPr/>
          </a:p>
        </p:txBody>
      </p:sp>
      <p:sp>
        <p:nvSpPr>
          <p:cNvPr id="407" name="Google Shape;407;p56"/>
          <p:cNvSpPr/>
          <p:nvPr/>
        </p:nvSpPr>
        <p:spPr>
          <a:xfrm rot="-5400000">
            <a:off x="7185900" y="3187981"/>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6"/>
          <p:cNvSpPr txBox="1">
            <a:spLocks noGrp="1"/>
          </p:cNvSpPr>
          <p:nvPr>
            <p:ph type="body" idx="1"/>
          </p:nvPr>
        </p:nvSpPr>
        <p:spPr>
          <a:xfrm>
            <a:off x="723975" y="1028700"/>
            <a:ext cx="3738900" cy="3540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5"/>
              </a:buClr>
              <a:buSzPts val="1400"/>
              <a:buChar char="●"/>
              <a:defRPr sz="1400">
                <a:solidFill>
                  <a:srgbClr val="000000"/>
                </a:solidFill>
              </a:defRPr>
            </a:lvl1pPr>
            <a:lvl2pPr marL="914400" lvl="1" indent="-317500" algn="r" rtl="0">
              <a:spcBef>
                <a:spcPts val="1600"/>
              </a:spcBef>
              <a:spcAft>
                <a:spcPts val="0"/>
              </a:spcAft>
              <a:buClr>
                <a:srgbClr val="000000"/>
              </a:buClr>
              <a:buSzPts val="1400"/>
              <a:buChar char="○"/>
              <a:defRPr>
                <a:solidFill>
                  <a:srgbClr val="000000"/>
                </a:solidFill>
              </a:defRPr>
            </a:lvl2pPr>
            <a:lvl3pPr marL="1371600" lvl="2" indent="-317500" algn="r" rtl="0">
              <a:spcBef>
                <a:spcPts val="1600"/>
              </a:spcBef>
              <a:spcAft>
                <a:spcPts val="0"/>
              </a:spcAft>
              <a:buClr>
                <a:srgbClr val="000000"/>
              </a:buClr>
              <a:buSzPts val="1400"/>
              <a:buChar char="■"/>
              <a:defRPr>
                <a:solidFill>
                  <a:srgbClr val="000000"/>
                </a:solidFill>
              </a:defRPr>
            </a:lvl3pPr>
            <a:lvl4pPr marL="1828800" lvl="3" indent="-317500" algn="r" rtl="0">
              <a:spcBef>
                <a:spcPts val="1600"/>
              </a:spcBef>
              <a:spcAft>
                <a:spcPts val="0"/>
              </a:spcAft>
              <a:buClr>
                <a:srgbClr val="000000"/>
              </a:buClr>
              <a:buSzPts val="1400"/>
              <a:buChar char="●"/>
              <a:defRPr>
                <a:solidFill>
                  <a:srgbClr val="000000"/>
                </a:solidFill>
              </a:defRPr>
            </a:lvl4pPr>
            <a:lvl5pPr marL="2286000" lvl="4" indent="-317500" algn="r" rtl="0">
              <a:spcBef>
                <a:spcPts val="1600"/>
              </a:spcBef>
              <a:spcAft>
                <a:spcPts val="0"/>
              </a:spcAft>
              <a:buClr>
                <a:srgbClr val="000000"/>
              </a:buClr>
              <a:buSzPts val="1400"/>
              <a:buChar char="○"/>
              <a:defRPr>
                <a:solidFill>
                  <a:srgbClr val="000000"/>
                </a:solidFill>
              </a:defRPr>
            </a:lvl5pPr>
            <a:lvl6pPr marL="2743200" lvl="5" indent="-317500" algn="r" rtl="0">
              <a:spcBef>
                <a:spcPts val="1600"/>
              </a:spcBef>
              <a:spcAft>
                <a:spcPts val="0"/>
              </a:spcAft>
              <a:buClr>
                <a:srgbClr val="000000"/>
              </a:buClr>
              <a:buSzPts val="1400"/>
              <a:buChar char="■"/>
              <a:defRPr>
                <a:solidFill>
                  <a:srgbClr val="000000"/>
                </a:solidFill>
              </a:defRPr>
            </a:lvl6pPr>
            <a:lvl7pPr marL="3200400" lvl="6" indent="-317500" algn="r" rtl="0">
              <a:spcBef>
                <a:spcPts val="1600"/>
              </a:spcBef>
              <a:spcAft>
                <a:spcPts val="0"/>
              </a:spcAft>
              <a:buClr>
                <a:srgbClr val="000000"/>
              </a:buClr>
              <a:buSzPts val="1400"/>
              <a:buChar char="●"/>
              <a:defRPr>
                <a:solidFill>
                  <a:srgbClr val="000000"/>
                </a:solidFill>
              </a:defRPr>
            </a:lvl7pPr>
            <a:lvl8pPr marL="3657600" lvl="7" indent="-317500" algn="r" rtl="0">
              <a:spcBef>
                <a:spcPts val="1600"/>
              </a:spcBef>
              <a:spcAft>
                <a:spcPts val="0"/>
              </a:spcAft>
              <a:buClr>
                <a:srgbClr val="000000"/>
              </a:buClr>
              <a:buSzPts val="1400"/>
              <a:buChar char="○"/>
              <a:defRPr>
                <a:solidFill>
                  <a:srgbClr val="000000"/>
                </a:solidFill>
              </a:defRPr>
            </a:lvl8pPr>
            <a:lvl9pPr marL="4114800" lvl="8" indent="-317500" algn="r" rtl="0">
              <a:spcBef>
                <a:spcPts val="1600"/>
              </a:spcBef>
              <a:spcAft>
                <a:spcPts val="1600"/>
              </a:spcAft>
              <a:buClr>
                <a:srgbClr val="000000"/>
              </a:buClr>
              <a:buSzPts val="1400"/>
              <a:buChar char="■"/>
              <a:defRPr>
                <a:solidFill>
                  <a:srgbClr val="000000"/>
                </a:solidFill>
              </a:defRPr>
            </a:lvl9pPr>
          </a:lstStyle>
          <a:p>
            <a:endParaRPr/>
          </a:p>
        </p:txBody>
      </p:sp>
      <p:sp>
        <p:nvSpPr>
          <p:cNvPr id="409" name="Google Shape;409;p56"/>
          <p:cNvSpPr txBox="1">
            <a:spLocks noGrp="1"/>
          </p:cNvSpPr>
          <p:nvPr>
            <p:ph type="body" idx="2"/>
          </p:nvPr>
        </p:nvSpPr>
        <p:spPr>
          <a:xfrm>
            <a:off x="4681175" y="1028700"/>
            <a:ext cx="3738900" cy="3540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5"/>
              </a:buClr>
              <a:buSzPts val="1400"/>
              <a:buChar char="●"/>
              <a:defRPr sz="1200">
                <a:solidFill>
                  <a:srgbClr val="000000"/>
                </a:solidFill>
              </a:defRPr>
            </a:lvl1pPr>
            <a:lvl2pPr marL="914400" lvl="1" indent="-317500" algn="r" rtl="0">
              <a:spcBef>
                <a:spcPts val="1600"/>
              </a:spcBef>
              <a:spcAft>
                <a:spcPts val="0"/>
              </a:spcAft>
              <a:buClr>
                <a:srgbClr val="000000"/>
              </a:buClr>
              <a:buSzPts val="1400"/>
              <a:buChar char="○"/>
              <a:defRPr>
                <a:solidFill>
                  <a:srgbClr val="000000"/>
                </a:solidFill>
              </a:defRPr>
            </a:lvl2pPr>
            <a:lvl3pPr marL="1371600" lvl="2" indent="-317500" algn="r" rtl="0">
              <a:spcBef>
                <a:spcPts val="1600"/>
              </a:spcBef>
              <a:spcAft>
                <a:spcPts val="0"/>
              </a:spcAft>
              <a:buClr>
                <a:srgbClr val="000000"/>
              </a:buClr>
              <a:buSzPts val="1400"/>
              <a:buChar char="■"/>
              <a:defRPr>
                <a:solidFill>
                  <a:srgbClr val="000000"/>
                </a:solidFill>
              </a:defRPr>
            </a:lvl3pPr>
            <a:lvl4pPr marL="1828800" lvl="3" indent="-317500" algn="r" rtl="0">
              <a:spcBef>
                <a:spcPts val="1600"/>
              </a:spcBef>
              <a:spcAft>
                <a:spcPts val="0"/>
              </a:spcAft>
              <a:buClr>
                <a:srgbClr val="000000"/>
              </a:buClr>
              <a:buSzPts val="1400"/>
              <a:buChar char="●"/>
              <a:defRPr>
                <a:solidFill>
                  <a:srgbClr val="000000"/>
                </a:solidFill>
              </a:defRPr>
            </a:lvl4pPr>
            <a:lvl5pPr marL="2286000" lvl="4" indent="-317500" algn="r" rtl="0">
              <a:spcBef>
                <a:spcPts val="1600"/>
              </a:spcBef>
              <a:spcAft>
                <a:spcPts val="0"/>
              </a:spcAft>
              <a:buClr>
                <a:srgbClr val="000000"/>
              </a:buClr>
              <a:buSzPts val="1400"/>
              <a:buChar char="○"/>
              <a:defRPr>
                <a:solidFill>
                  <a:srgbClr val="000000"/>
                </a:solidFill>
              </a:defRPr>
            </a:lvl5pPr>
            <a:lvl6pPr marL="2743200" lvl="5" indent="-317500" algn="r" rtl="0">
              <a:spcBef>
                <a:spcPts val="1600"/>
              </a:spcBef>
              <a:spcAft>
                <a:spcPts val="0"/>
              </a:spcAft>
              <a:buClr>
                <a:srgbClr val="000000"/>
              </a:buClr>
              <a:buSzPts val="1400"/>
              <a:buChar char="■"/>
              <a:defRPr>
                <a:solidFill>
                  <a:srgbClr val="000000"/>
                </a:solidFill>
              </a:defRPr>
            </a:lvl6pPr>
            <a:lvl7pPr marL="3200400" lvl="6" indent="-317500" algn="r" rtl="0">
              <a:spcBef>
                <a:spcPts val="1600"/>
              </a:spcBef>
              <a:spcAft>
                <a:spcPts val="0"/>
              </a:spcAft>
              <a:buClr>
                <a:srgbClr val="000000"/>
              </a:buClr>
              <a:buSzPts val="1400"/>
              <a:buChar char="●"/>
              <a:defRPr>
                <a:solidFill>
                  <a:srgbClr val="000000"/>
                </a:solidFill>
              </a:defRPr>
            </a:lvl7pPr>
            <a:lvl8pPr marL="3657600" lvl="7" indent="-317500" algn="r" rtl="0">
              <a:spcBef>
                <a:spcPts val="1600"/>
              </a:spcBef>
              <a:spcAft>
                <a:spcPts val="0"/>
              </a:spcAft>
              <a:buClr>
                <a:srgbClr val="000000"/>
              </a:buClr>
              <a:buSzPts val="1400"/>
              <a:buChar char="○"/>
              <a:defRPr>
                <a:solidFill>
                  <a:srgbClr val="000000"/>
                </a:solidFill>
              </a:defRPr>
            </a:lvl8pPr>
            <a:lvl9pPr marL="4114800" lvl="8" indent="-317500" algn="r" rtl="0">
              <a:spcBef>
                <a:spcPts val="1600"/>
              </a:spcBef>
              <a:spcAft>
                <a:spcPts val="1600"/>
              </a:spcAft>
              <a:buClr>
                <a:srgbClr val="000000"/>
              </a:buClr>
              <a:buSzPts val="1400"/>
              <a:buChar char="■"/>
              <a:defRPr>
                <a:solidFill>
                  <a:srgbClr val="000000"/>
                </a:solidFil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ackground">
  <p:cSld name="CUSTOM_13">
    <p:spTree>
      <p:nvGrpSpPr>
        <p:cNvPr id="1" name="Shape 410"/>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1">
  <p:cSld name="CUSTOM_13_1">
    <p:spTree>
      <p:nvGrpSpPr>
        <p:cNvPr id="1" name="Shape 411"/>
        <p:cNvGrpSpPr/>
        <p:nvPr/>
      </p:nvGrpSpPr>
      <p:grpSpPr>
        <a:xfrm>
          <a:off x="0" y="0"/>
          <a:ext cx="0" cy="0"/>
          <a:chOff x="0" y="0"/>
          <a:chExt cx="0" cy="0"/>
        </a:xfrm>
      </p:grpSpPr>
      <p:sp>
        <p:nvSpPr>
          <p:cNvPr id="412" name="Google Shape;412;p58"/>
          <p:cNvSpPr/>
          <p:nvPr/>
        </p:nvSpPr>
        <p:spPr>
          <a:xfrm rot="5400000">
            <a:off x="-332550" y="4459050"/>
            <a:ext cx="10170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8"/>
          <p:cNvSpPr/>
          <p:nvPr/>
        </p:nvSpPr>
        <p:spPr>
          <a:xfrm>
            <a:off x="8136300" y="4422175"/>
            <a:ext cx="1007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2">
  <p:cSld name="CUSTOM_13_1_1">
    <p:spTree>
      <p:nvGrpSpPr>
        <p:cNvPr id="1" name="Shape 414"/>
        <p:cNvGrpSpPr/>
        <p:nvPr/>
      </p:nvGrpSpPr>
      <p:grpSpPr>
        <a:xfrm>
          <a:off x="0" y="0"/>
          <a:ext cx="0" cy="0"/>
          <a:chOff x="0" y="0"/>
          <a:chExt cx="0" cy="0"/>
        </a:xfrm>
      </p:grpSpPr>
      <p:sp>
        <p:nvSpPr>
          <p:cNvPr id="415" name="Google Shape;415;p59"/>
          <p:cNvSpPr/>
          <p:nvPr/>
        </p:nvSpPr>
        <p:spPr>
          <a:xfrm rot="10800000">
            <a:off x="-12" y="4791475"/>
            <a:ext cx="31836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9"/>
          <p:cNvSpPr/>
          <p:nvPr/>
        </p:nvSpPr>
        <p:spPr>
          <a:xfrm rot="5400000">
            <a:off x="8276850" y="143125"/>
            <a:ext cx="10077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ackground 3">
  <p:cSld name="CUSTOM_13_1_1_1">
    <p:spTree>
      <p:nvGrpSpPr>
        <p:cNvPr id="1" name="Shape 417"/>
        <p:cNvGrpSpPr/>
        <p:nvPr/>
      </p:nvGrpSpPr>
      <p:grpSpPr>
        <a:xfrm>
          <a:off x="0" y="0"/>
          <a:ext cx="0" cy="0"/>
          <a:chOff x="0" y="0"/>
          <a:chExt cx="0" cy="0"/>
        </a:xfrm>
      </p:grpSpPr>
      <p:sp>
        <p:nvSpPr>
          <p:cNvPr id="418" name="Google Shape;418;p60"/>
          <p:cNvSpPr/>
          <p:nvPr/>
        </p:nvSpPr>
        <p:spPr>
          <a:xfrm rot="10800000">
            <a:off x="7088700" y="-125"/>
            <a:ext cx="2055300" cy="7212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60"/>
          <p:cNvSpPr/>
          <p:nvPr/>
        </p:nvSpPr>
        <p:spPr>
          <a:xfrm rot="5400000">
            <a:off x="7942350" y="3941850"/>
            <a:ext cx="2051400" cy="3519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ackground 4">
  <p:cSld name="CUSTOM_13_1_1_1_1">
    <p:spTree>
      <p:nvGrpSpPr>
        <p:cNvPr id="1" name="Shape 420"/>
        <p:cNvGrpSpPr/>
        <p:nvPr/>
      </p:nvGrpSpPr>
      <p:grpSpPr>
        <a:xfrm>
          <a:off x="0" y="0"/>
          <a:ext cx="0" cy="0"/>
          <a:chOff x="0" y="0"/>
          <a:chExt cx="0" cy="0"/>
        </a:xfrm>
      </p:grpSpPr>
      <p:sp>
        <p:nvSpPr>
          <p:cNvPr id="421" name="Google Shape;421;p61"/>
          <p:cNvSpPr/>
          <p:nvPr/>
        </p:nvSpPr>
        <p:spPr>
          <a:xfrm rot="10800000">
            <a:off x="0" y="4422181"/>
            <a:ext cx="3189600" cy="721200"/>
          </a:xfrm>
          <a:prstGeom prst="rect">
            <a:avLst/>
          </a:prstGeom>
          <a:solidFill>
            <a:srgbClr val="7C8C03">
              <a:alpha val="575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61"/>
          <p:cNvSpPr/>
          <p:nvPr/>
        </p:nvSpPr>
        <p:spPr>
          <a:xfrm>
            <a:off x="7092600" y="0"/>
            <a:ext cx="2051400" cy="351900"/>
          </a:xfrm>
          <a:prstGeom prst="rect">
            <a:avLst/>
          </a:prstGeom>
          <a:solidFill>
            <a:schemeClr val="accent3">
              <a:alpha val="7634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theme" Target="../theme/theme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Playfair Display"/>
              <a:buNone/>
              <a:defRPr sz="2800" b="1">
                <a:solidFill>
                  <a:schemeClr val="dk1"/>
                </a:solidFill>
                <a:latin typeface="Playfair Display"/>
                <a:ea typeface="Playfair Display"/>
                <a:cs typeface="Playfair Display"/>
                <a:sym typeface="Playfair Display"/>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Montserrat"/>
              <a:buChar char="●"/>
              <a:defRPr sz="1800">
                <a:solidFill>
                  <a:schemeClr val="dk1"/>
                </a:solidFill>
                <a:latin typeface="Montserrat"/>
                <a:ea typeface="Montserrat"/>
                <a:cs typeface="Montserrat"/>
                <a:sym typeface="Montserrat"/>
              </a:defRPr>
            </a:lvl1pPr>
            <a:lvl2pPr marL="914400" lvl="1"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2pPr>
            <a:lvl3pPr marL="1371600" lvl="2"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3pPr>
            <a:lvl4pPr marL="1828800" lvl="3"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4pPr>
            <a:lvl5pPr marL="2286000" lvl="4"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5pPr>
            <a:lvl6pPr marL="2743200" lvl="5"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6pPr>
            <a:lvl7pPr marL="3200400" lvl="6"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7pPr>
            <a:lvl8pPr marL="3657600" lvl="7" indent="-317500">
              <a:lnSpc>
                <a:spcPct val="115000"/>
              </a:lnSpc>
              <a:spcBef>
                <a:spcPts val="1600"/>
              </a:spcBef>
              <a:spcAft>
                <a:spcPts val="0"/>
              </a:spcAft>
              <a:buClr>
                <a:schemeClr val="dk1"/>
              </a:buClr>
              <a:buSzPts val="1400"/>
              <a:buFont typeface="Montserrat"/>
              <a:buChar char="○"/>
              <a:defRPr>
                <a:solidFill>
                  <a:schemeClr val="dk1"/>
                </a:solidFill>
                <a:latin typeface="Montserrat"/>
                <a:ea typeface="Montserrat"/>
                <a:cs typeface="Montserrat"/>
                <a:sym typeface="Montserrat"/>
              </a:defRPr>
            </a:lvl8pPr>
            <a:lvl9pPr marL="4114800" lvl="8" indent="-317500">
              <a:lnSpc>
                <a:spcPct val="115000"/>
              </a:lnSpc>
              <a:spcBef>
                <a:spcPts val="1600"/>
              </a:spcBef>
              <a:spcAft>
                <a:spcPts val="1600"/>
              </a:spcAft>
              <a:buClr>
                <a:schemeClr val="dk1"/>
              </a:buClr>
              <a:buSzPts val="1400"/>
              <a:buFont typeface="Montserrat"/>
              <a:buChar char="■"/>
              <a:defRPr>
                <a:solidFill>
                  <a:schemeClr val="dk1"/>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Shape 436"/>
        <p:cNvGrpSpPr/>
        <p:nvPr/>
      </p:nvGrpSpPr>
      <p:grpSpPr>
        <a:xfrm>
          <a:off x="0" y="0"/>
          <a:ext cx="0" cy="0"/>
          <a:chOff x="0" y="0"/>
          <a:chExt cx="0" cy="0"/>
        </a:xfrm>
      </p:grpSpPr>
      <p:sp>
        <p:nvSpPr>
          <p:cNvPr id="437" name="Google Shape;437;p67"/>
          <p:cNvSpPr txBox="1">
            <a:spLocks noGrp="1"/>
          </p:cNvSpPr>
          <p:nvPr>
            <p:ph type="ctrTitle"/>
          </p:nvPr>
        </p:nvSpPr>
        <p:spPr>
          <a:xfrm>
            <a:off x="395605" y="1203960"/>
            <a:ext cx="8316595" cy="1440180"/>
          </a:xfrm>
          <a:prstGeom prst="rect">
            <a:avLst/>
          </a:prstGeom>
        </p:spPr>
        <p:txBody>
          <a:bodyPr spcFirstLastPara="1" wrap="square" lIns="91425" tIns="91425" rIns="91425" bIns="91425" anchor="b" anchorCtr="0">
            <a:noAutofit/>
          </a:bodyPr>
          <a:lstStyle/>
          <a:p>
            <a:pPr lvl="0"/>
            <a:r>
              <a:rPr lang="en-US" altLang="en-US" dirty="0"/>
              <a:t>AI-based Crop Yield Prediction </a:t>
            </a:r>
            <a:r>
              <a:rPr lang="en-IN" altLang="en-US" dirty="0"/>
              <a:t>&amp;</a:t>
            </a:r>
            <a:r>
              <a:rPr lang="en-US" altLang="en-US" dirty="0"/>
              <a:t> Advisory System (</a:t>
            </a:r>
            <a:r>
              <a:rPr lang="en-IN" dirty="0"/>
              <a:t>AgroLens)</a:t>
            </a:r>
            <a:endParaRPr lang="en-US" altLang="en-US" dirty="0"/>
          </a:p>
        </p:txBody>
      </p:sp>
      <p:sp>
        <p:nvSpPr>
          <p:cNvPr id="438" name="Google Shape;438;p67"/>
          <p:cNvSpPr txBox="1">
            <a:spLocks noGrp="1"/>
          </p:cNvSpPr>
          <p:nvPr>
            <p:ph type="subTitle" idx="1"/>
          </p:nvPr>
        </p:nvSpPr>
        <p:spPr>
          <a:xfrm>
            <a:off x="899795" y="2499995"/>
            <a:ext cx="7616825" cy="9645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Font typeface="Arial" panose="020B0604020202020204" pitchFamily="34" charset="0"/>
              <a:buChar char="•"/>
            </a:pPr>
            <a:r>
              <a:rPr lang="en-IN" altLang="en-GB"/>
              <a:t>  </a:t>
            </a:r>
            <a:r>
              <a:rPr lang="en-IN" altLang="en-GB" u="sng"/>
              <a:t>Team Members</a:t>
            </a:r>
            <a:r>
              <a:rPr lang="en-IN" altLang="en-GB"/>
              <a:t> : 1.Shubham Kumar (Reg.. No. 2430010352)</a:t>
            </a:r>
          </a:p>
          <a:p>
            <a:pPr marL="0" lvl="0" indent="0" algn="ctr" rtl="0">
              <a:spcBef>
                <a:spcPts val="0"/>
              </a:spcBef>
              <a:spcAft>
                <a:spcPts val="0"/>
              </a:spcAft>
              <a:buNone/>
            </a:pPr>
            <a:r>
              <a:rPr lang="en-IN" altLang="en-GB"/>
              <a:t>                             2.</a:t>
            </a:r>
            <a:r>
              <a:rPr lang="en-GB" dirty="0">
                <a:solidFill>
                  <a:srgbClr val="FFFFFF"/>
                </a:solidFill>
                <a:sym typeface="+mn-ea"/>
              </a:rPr>
              <a:t>Om S Shukla</a:t>
            </a:r>
            <a:r>
              <a:rPr lang="en-IN" altLang="en-GB" dirty="0">
                <a:solidFill>
                  <a:srgbClr val="FFFFFF"/>
                </a:solidFill>
                <a:sym typeface="+mn-ea"/>
              </a:rPr>
              <a:t> (Reg.. No. </a:t>
            </a:r>
            <a:r>
              <a:rPr lang="en-GB" dirty="0">
                <a:solidFill>
                  <a:srgbClr val="FFFFFF"/>
                </a:solidFill>
                <a:sym typeface="+mn-ea"/>
              </a:rPr>
              <a:t>2430010356)</a:t>
            </a:r>
          </a:p>
          <a:p>
            <a:pPr marL="0" lvl="0" indent="0" algn="ctr" rtl="0">
              <a:spcBef>
                <a:spcPts val="0"/>
              </a:spcBef>
              <a:spcAft>
                <a:spcPts val="0"/>
              </a:spcAft>
              <a:buNone/>
            </a:pPr>
            <a:r>
              <a:rPr lang="en-IN" altLang="en-GB" dirty="0">
                <a:solidFill>
                  <a:srgbClr val="FFFFFF"/>
                </a:solidFill>
                <a:sym typeface="+mn-ea"/>
              </a:rPr>
              <a:t>                                3.</a:t>
            </a:r>
            <a:r>
              <a:rPr lang="en-GB" dirty="0">
                <a:solidFill>
                  <a:srgbClr val="FFFFFF"/>
                </a:solidFill>
                <a:sym typeface="+mn-ea"/>
              </a:rPr>
              <a:t>Gopal  Deswal </a:t>
            </a:r>
            <a:r>
              <a:rPr lang="en-IN" altLang="en-GB" dirty="0">
                <a:solidFill>
                  <a:srgbClr val="FFFFFF"/>
                </a:solidFill>
                <a:sym typeface="+mn-ea"/>
              </a:rPr>
              <a:t>(Reg.. No. </a:t>
            </a:r>
            <a:r>
              <a:rPr lang="en-GB" dirty="0">
                <a:solidFill>
                  <a:srgbClr val="FFFFFF"/>
                </a:solidFill>
                <a:sym typeface="+mn-ea"/>
              </a:rPr>
              <a:t>2430010363)</a:t>
            </a:r>
            <a:endParaRPr lang="en-IN" altLang="en-GB" dirty="0">
              <a:solidFill>
                <a:srgbClr val="FFFFFF"/>
              </a:solidFill>
              <a:sym typeface="+mn-ea"/>
            </a:endParaRPr>
          </a:p>
        </p:txBody>
      </p:sp>
      <p:pic>
        <p:nvPicPr>
          <p:cNvPr id="3" name="Picture 2"/>
          <p:cNvPicPr/>
          <p:nvPr/>
        </p:nvPicPr>
        <p:blipFill>
          <a:blip r:embed="rId4"/>
          <a:stretch>
            <a:fillRect/>
          </a:stretch>
        </p:blipFill>
        <p:spPr>
          <a:xfrm>
            <a:off x="8368665" y="51435"/>
            <a:ext cx="706755" cy="579120"/>
          </a:xfrm>
          <a:prstGeom prst="rect">
            <a:avLst/>
          </a:prstGeom>
        </p:spPr>
      </p:pic>
      <p:sp>
        <p:nvSpPr>
          <p:cNvPr id="4" name="Google Shape;438;p67"/>
          <p:cNvSpPr txBox="1"/>
          <p:nvPr/>
        </p:nvSpPr>
        <p:spPr>
          <a:xfrm>
            <a:off x="1115695" y="3291840"/>
            <a:ext cx="3867150" cy="9645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900"/>
              <a:buFont typeface="Montserrat Medium"/>
              <a:buNone/>
              <a:defRPr sz="1800" b="0" i="0" u="none" strike="noStrike" cap="none">
                <a:solidFill>
                  <a:schemeClr val="lt1"/>
                </a:solidFill>
                <a:latin typeface="Montserrat Medium"/>
                <a:ea typeface="Montserrat Medium"/>
                <a:cs typeface="Montserrat Medium"/>
                <a:sym typeface="Montserrat Medium"/>
              </a:defRPr>
            </a:lvl1pPr>
            <a:lvl2pPr marL="914400" marR="0" lvl="1"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2pPr>
            <a:lvl3pPr marL="1371600" marR="0" lvl="2"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3pPr>
            <a:lvl4pPr marL="1828800" marR="0" lvl="3"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4pPr>
            <a:lvl5pPr marL="2286000" marR="0" lvl="4"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5pPr>
            <a:lvl6pPr marL="2743200" marR="0" lvl="5"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6pPr>
            <a:lvl7pPr marL="3200400" marR="0" lvl="6"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7pPr>
            <a:lvl8pPr marL="3657600" marR="0" lvl="7"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8pPr>
            <a:lvl9pPr marL="4114800" marR="0" lvl="8"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9pPr>
          </a:lstStyle>
          <a:p>
            <a:pPr marL="0" lvl="0" indent="0" algn="ctr" rtl="0">
              <a:spcBef>
                <a:spcPts val="0"/>
              </a:spcBef>
              <a:spcAft>
                <a:spcPts val="0"/>
              </a:spcAft>
              <a:buFont typeface="Arial" panose="020B0604020202020204" pitchFamily="34" charset="0"/>
              <a:buChar char="•"/>
            </a:pPr>
            <a:r>
              <a:rPr lang="en-IN">
                <a:sym typeface="+mn-ea"/>
              </a:rPr>
              <a:t> </a:t>
            </a:r>
            <a:r>
              <a:rPr u="sng">
                <a:sym typeface="+mn-ea"/>
              </a:rPr>
              <a:t>Guide</a:t>
            </a:r>
            <a:r>
              <a:rPr lang="en-IN">
                <a:sym typeface="+mn-ea"/>
              </a:rPr>
              <a:t> </a:t>
            </a:r>
            <a:r>
              <a:rPr>
                <a:sym typeface="+mn-ea"/>
              </a:rPr>
              <a:t>:</a:t>
            </a:r>
            <a:r>
              <a:rPr lang="en-IN">
                <a:sym typeface="+mn-ea"/>
              </a:rPr>
              <a:t> </a:t>
            </a:r>
            <a:r>
              <a:rPr lang="en-US" altLang="en-US" dirty="0">
                <a:solidFill>
                  <a:srgbClr val="FFFFFF"/>
                </a:solidFill>
                <a:sym typeface="+mn-ea"/>
              </a:rPr>
              <a:t>Dr. Abhishek Dwivedi</a:t>
            </a:r>
          </a:p>
          <a:p>
            <a:pPr marL="0" lvl="0" indent="0" algn="ctr" rtl="0">
              <a:spcBef>
                <a:spcPts val="0"/>
              </a:spcBef>
              <a:spcAft>
                <a:spcPts val="0"/>
              </a:spcAft>
              <a:buNone/>
            </a:pPr>
            <a:endParaRPr lang="en-IN" altLang="en-GB" dirty="0">
              <a:solidFill>
                <a:srgbClr val="FFFFFF"/>
              </a:solidFill>
              <a:sym typeface="+mn-ea"/>
            </a:endParaRPr>
          </a:p>
        </p:txBody>
      </p:sp>
      <p:sp>
        <p:nvSpPr>
          <p:cNvPr id="5" name="Google Shape;438;p67"/>
          <p:cNvSpPr txBox="1"/>
          <p:nvPr/>
        </p:nvSpPr>
        <p:spPr>
          <a:xfrm>
            <a:off x="1043940" y="3580130"/>
            <a:ext cx="5745480" cy="964565"/>
          </a:xfrm>
          <a:prstGeom prst="rect">
            <a:avLst/>
          </a:prstGeom>
          <a:noFill/>
          <a:ln>
            <a:noFill/>
          </a:ln>
        </p:spPr>
        <p:txBody>
          <a:bodyPr wrap="square" lIns="91425" tIns="91425" rIns="91425" bIns="91425"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lt1"/>
              </a:buClr>
              <a:buSzPts val="1900"/>
              <a:buFont typeface="Montserrat Medium"/>
              <a:buNone/>
              <a:defRPr sz="1800" b="0" i="0" u="none" strike="noStrike" cap="none">
                <a:solidFill>
                  <a:schemeClr val="lt1"/>
                </a:solidFill>
                <a:latin typeface="Montserrat Medium"/>
                <a:ea typeface="Montserrat Medium"/>
                <a:cs typeface="Montserrat Medium"/>
                <a:sym typeface="Montserrat Medium"/>
              </a:defRPr>
            </a:lvl1pPr>
            <a:lvl2pPr marL="914400" marR="0" lvl="1"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2pPr>
            <a:lvl3pPr marL="1371600" marR="0" lvl="2"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3pPr>
            <a:lvl4pPr marL="1828800" marR="0" lvl="3"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4pPr>
            <a:lvl5pPr marL="2286000" marR="0" lvl="4"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5pPr>
            <a:lvl6pPr marL="2743200" marR="0" lvl="5"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6pPr>
            <a:lvl7pPr marL="3200400" marR="0" lvl="6"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7pPr>
            <a:lvl8pPr marL="3657600" marR="0" lvl="7"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8pPr>
            <a:lvl9pPr marL="4114800" marR="0" lvl="8" indent="-317500" algn="ctr" rtl="0">
              <a:lnSpc>
                <a:spcPct val="100000"/>
              </a:lnSpc>
              <a:spcBef>
                <a:spcPts val="0"/>
              </a:spcBef>
              <a:spcAft>
                <a:spcPts val="0"/>
              </a:spcAft>
              <a:buClr>
                <a:schemeClr val="dk1"/>
              </a:buClr>
              <a:buSzPts val="1900"/>
              <a:buFont typeface="Montserrat Medium"/>
              <a:buNone/>
              <a:defRPr sz="1900" b="0" i="0" u="none" strike="noStrike" cap="none">
                <a:solidFill>
                  <a:schemeClr val="dk1"/>
                </a:solidFill>
                <a:latin typeface="Montserrat Medium"/>
                <a:ea typeface="Montserrat Medium"/>
                <a:cs typeface="Montserrat Medium"/>
                <a:sym typeface="Montserrat Medium"/>
              </a:defRPr>
            </a:lvl9pPr>
          </a:lstStyle>
          <a:p>
            <a:pPr marL="0" lvl="0" indent="0" algn="ctr" rtl="0">
              <a:spcBef>
                <a:spcPts val="0"/>
              </a:spcBef>
              <a:spcAft>
                <a:spcPts val="0"/>
              </a:spcAft>
              <a:buFont typeface="Arial" panose="020B0604020202020204" pitchFamily="34" charset="0"/>
              <a:buChar char="•"/>
            </a:pPr>
            <a:r>
              <a:rPr>
                <a:sym typeface="+mn-ea"/>
              </a:rPr>
              <a:t>Department of Data Science &amp; Engineering</a:t>
            </a:r>
          </a:p>
          <a:p>
            <a:pPr marL="285750" lvl="0" indent="-285750" algn="ctr" rtl="0">
              <a:spcBef>
                <a:spcPts val="0"/>
              </a:spcBef>
              <a:spcAft>
                <a:spcPts val="0"/>
              </a:spcAft>
              <a:buFont typeface="Arial" panose="020B0604020202020204" pitchFamily="34" charset="0"/>
              <a:buChar char="•"/>
            </a:pPr>
            <a:endParaRPr lang="en-US" altLang="en-US" dirty="0">
              <a:solidFill>
                <a:srgbClr val="FFFFFF"/>
              </a:solidFill>
              <a:sym typeface="+mn-ea"/>
            </a:endParaRPr>
          </a:p>
          <a:p>
            <a:pPr marL="0" lvl="0" indent="0" algn="ctr" rtl="0">
              <a:spcBef>
                <a:spcPts val="0"/>
              </a:spcBef>
              <a:spcAft>
                <a:spcPts val="0"/>
              </a:spcAft>
              <a:buNone/>
            </a:pPr>
            <a:endParaRPr lang="en-IN" altLang="en-GB" dirty="0">
              <a:solidFill>
                <a:srgbClr val="FFFFFF"/>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37"/>
                                        </p:tgtEl>
                                        <p:attrNameLst>
                                          <p:attrName>style.visibility</p:attrName>
                                        </p:attrNameLst>
                                      </p:cBhvr>
                                      <p:to>
                                        <p:strVal val="visible"/>
                                      </p:to>
                                    </p:set>
                                    <p:animEffect transition="in" filter="fade">
                                      <p:cBhvr>
                                        <p:cTn id="7" dur="2000"/>
                                        <p:tgtEl>
                                          <p:spTgt spid="437"/>
                                        </p:tgtEl>
                                      </p:cBhvr>
                                    </p:animEffect>
                                  </p:childTnLst>
                                </p:cTn>
                              </p:par>
                            </p:childTnLst>
                          </p:cTn>
                        </p:par>
                        <p:par>
                          <p:cTn id="8" fill="hold">
                            <p:stCondLst>
                              <p:cond delay="2000"/>
                            </p:stCondLst>
                            <p:childTnLst>
                              <p:par>
                                <p:cTn id="9" presetID="10" presetClass="entr" presetSubtype="0" fill="hold" nodeType="afterEffect">
                                  <p:stCondLst>
                                    <p:cond delay="0"/>
                                  </p:stCondLst>
                                  <p:childTnLst>
                                    <p:set>
                                      <p:cBhvr>
                                        <p:cTn id="10" dur="1" fill="hold">
                                          <p:stCondLst>
                                            <p:cond delay="0"/>
                                          </p:stCondLst>
                                        </p:cTn>
                                        <p:tgtEl>
                                          <p:spTgt spid="438"/>
                                        </p:tgtEl>
                                        <p:attrNameLst>
                                          <p:attrName>style.visibility</p:attrName>
                                        </p:attrNameLst>
                                      </p:cBhvr>
                                      <p:to>
                                        <p:strVal val="visible"/>
                                      </p:to>
                                    </p:set>
                                    <p:animEffect transition="in" filter="fade">
                                      <p:cBhvr>
                                        <p:cTn id="11" dur="1300"/>
                                        <p:tgtEl>
                                          <p:spTgt spid="438"/>
                                        </p:tgtEl>
                                      </p:cBhvr>
                                    </p:animEffect>
                                  </p:childTnLst>
                                </p:cTn>
                              </p:par>
                            </p:childTnLst>
                          </p:cTn>
                        </p:par>
                        <p:par>
                          <p:cTn id="12" fill="hold">
                            <p:stCondLst>
                              <p:cond delay="35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1300"/>
                                        <p:tgtEl>
                                          <p:spTgt spid="4"/>
                                        </p:tgtEl>
                                      </p:cBhvr>
                                    </p:animEffect>
                                  </p:childTnLst>
                                </p:cTn>
                              </p:par>
                            </p:childTnLst>
                          </p:cTn>
                        </p:par>
                        <p:par>
                          <p:cTn id="16" fill="hold">
                            <p:stCondLst>
                              <p:cond delay="50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3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467360" y="267970"/>
            <a:ext cx="6448425" cy="591820"/>
          </a:xfrm>
        </p:spPr>
        <p:txBody>
          <a:bodyPr/>
          <a:lstStyle/>
          <a:p>
            <a:r>
              <a:rPr lang="en-US" altLang="en-US" sz="3600" u="sng"/>
              <a:t>Abstract</a:t>
            </a:r>
          </a:p>
        </p:txBody>
      </p:sp>
      <p:sp>
        <p:nvSpPr>
          <p:cNvPr id="5" name="Text Placeholder 4"/>
          <p:cNvSpPr>
            <a:spLocks noGrp="1"/>
          </p:cNvSpPr>
          <p:nvPr>
            <p:ph type="body" idx="4294967295"/>
          </p:nvPr>
        </p:nvSpPr>
        <p:spPr>
          <a:xfrm>
            <a:off x="251460" y="953770"/>
            <a:ext cx="7696200" cy="3615055"/>
          </a:xfrm>
        </p:spPr>
        <p:txBody>
          <a:bodyPr/>
          <a:lstStyle/>
          <a:p>
            <a:pPr marL="152400" indent="0">
              <a:buNone/>
            </a:pPr>
            <a:r>
              <a:rPr lang="en-US" altLang="en-US" sz="1800"/>
              <a:t>Smallholder farmers often lack timely, localized, and actionable agronomic guidance, leading to unpredictable yields, inefficient input use, and reduced income. Our AI-powered platform integrates historical yield, weather, soil, and market data to predict seasonal crop yields and provide explainable, multilingual, and offline recommendations. This helps farmers optimize inputs, increase yields, and enhance both profitability and sustainability.</a:t>
            </a:r>
          </a:p>
        </p:txBody>
      </p:sp>
      <p:pic>
        <p:nvPicPr>
          <p:cNvPr id="7" name="Picture 6"/>
          <p:cNvPicPr/>
          <p:nvPr/>
        </p:nvPicPr>
        <p:blipFill>
          <a:blip r:embed="rId2"/>
          <a:stretch>
            <a:fillRect/>
          </a:stretch>
        </p:blipFill>
        <p:spPr>
          <a:xfrm>
            <a:off x="3275965" y="3508375"/>
            <a:ext cx="2694940" cy="152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67360" y="0"/>
            <a:ext cx="6448425" cy="591820"/>
          </a:xfrm>
        </p:spPr>
        <p:txBody>
          <a:bodyPr/>
          <a:lstStyle/>
          <a:p>
            <a:r>
              <a:rPr lang="en-US" altLang="en-US" sz="3600" u="sng"/>
              <a:t>Problem</a:t>
            </a:r>
          </a:p>
        </p:txBody>
      </p:sp>
      <p:sp>
        <p:nvSpPr>
          <p:cNvPr id="3" name="Text Placeholder 2"/>
          <p:cNvSpPr>
            <a:spLocks noGrp="1"/>
          </p:cNvSpPr>
          <p:nvPr>
            <p:ph type="body" idx="4294967295"/>
          </p:nvPr>
        </p:nvSpPr>
        <p:spPr>
          <a:xfrm>
            <a:off x="323850" y="628015"/>
            <a:ext cx="8098790" cy="3615055"/>
          </a:xfrm>
        </p:spPr>
        <p:txBody>
          <a:bodyPr/>
          <a:lstStyle/>
          <a:p>
            <a:pPr marL="323850" indent="-171450">
              <a:buFont typeface="Arial" panose="020B0604020202020204" pitchFamily="34" charset="0"/>
              <a:buChar char="•"/>
            </a:pPr>
            <a:r>
              <a:rPr lang="en-US" altLang="en-US" sz="1300" b="1" dirty="0"/>
              <a:t>Unpredictable yields &amp; income volatility</a:t>
            </a:r>
          </a:p>
          <a:p>
            <a:pPr marL="152400" indent="0">
              <a:buNone/>
            </a:pPr>
            <a:r>
              <a:rPr lang="en-US" altLang="en-US" sz="1300" dirty="0"/>
              <a:t>Smallholder farmers face large yield uncertainty because they lack timely, local forecasts and actionable planning guidance.</a:t>
            </a:r>
          </a:p>
          <a:p>
            <a:endParaRPr lang="en-US" altLang="en-US" sz="1300" dirty="0"/>
          </a:p>
          <a:p>
            <a:pPr marL="323850" indent="-171450">
              <a:buFont typeface="Arial" panose="020B0604020202020204" pitchFamily="34" charset="0"/>
              <a:buChar char="•"/>
            </a:pPr>
            <a:r>
              <a:rPr lang="en-US" altLang="en-US" sz="1300" b="1" dirty="0"/>
              <a:t>Limited access to personalized advisory</a:t>
            </a:r>
          </a:p>
          <a:p>
            <a:pPr marL="152400" indent="0">
              <a:buNone/>
            </a:pPr>
            <a:r>
              <a:rPr lang="en-US" altLang="en-US" sz="1300" dirty="0"/>
              <a:t>Traditional extension services are sparse and often give one-size-fits-all advice that ignores local soil, weather and crop history.</a:t>
            </a:r>
          </a:p>
          <a:p>
            <a:endParaRPr lang="en-US" altLang="en-US" sz="1300" dirty="0"/>
          </a:p>
          <a:p>
            <a:pPr marL="323850" indent="-171450">
              <a:buFont typeface="Arial" panose="020B0604020202020204" pitchFamily="34" charset="0"/>
              <a:buChar char="•"/>
            </a:pPr>
            <a:r>
              <a:rPr lang="en-US" altLang="en-US" sz="1300" b="1" dirty="0"/>
              <a:t>Inefficient input use and soil decline</a:t>
            </a:r>
            <a:endParaRPr lang="en-US" altLang="en-US" sz="1300" dirty="0"/>
          </a:p>
          <a:p>
            <a:pPr marL="152400" indent="0">
              <a:buNone/>
            </a:pPr>
            <a:r>
              <a:rPr lang="en-US" altLang="en-US" sz="1300" dirty="0"/>
              <a:t>Over/under-application of water and fertilizer wastes money, reduces profit, and degrades long-term soil health.</a:t>
            </a:r>
          </a:p>
          <a:p>
            <a:endParaRPr lang="en-US" altLang="en-US" sz="1300" dirty="0"/>
          </a:p>
          <a:p>
            <a:pPr marL="323850" indent="-171450">
              <a:buFont typeface="Arial" panose="020B0604020202020204" pitchFamily="34" charset="0"/>
              <a:buChar char="•"/>
            </a:pPr>
            <a:r>
              <a:rPr lang="en-US" altLang="en-US" sz="1300" b="1" dirty="0"/>
              <a:t>Low data &amp; connectivity at field level</a:t>
            </a:r>
          </a:p>
          <a:p>
            <a:pPr marL="152400" indent="0">
              <a:buNone/>
            </a:pPr>
            <a:r>
              <a:rPr lang="en-US" altLang="en-US" sz="1300" dirty="0"/>
              <a:t>Sparse ground measurements and intermittent internet access make many digital tools unusable for day-to-day farm decisions.</a:t>
            </a:r>
          </a:p>
          <a:p>
            <a:endParaRPr lang="en-US" altLang="en-US" sz="1300" dirty="0"/>
          </a:p>
          <a:p>
            <a:pPr marL="323850" indent="-171450">
              <a:buFont typeface="Arial" panose="020B0604020202020204" pitchFamily="34" charset="0"/>
              <a:buChar char="•"/>
            </a:pPr>
            <a:r>
              <a:rPr lang="en-US" altLang="en-US" sz="1300" b="1" dirty="0"/>
              <a:t>Market &amp; climate risks amplify losses</a:t>
            </a:r>
          </a:p>
          <a:p>
            <a:pPr marL="152400" indent="0">
              <a:buNone/>
            </a:pPr>
            <a:r>
              <a:rPr lang="en-US" altLang="en-US" sz="1300" dirty="0"/>
              <a:t>Price volatility and changing weather patterns increase financial risk for small farmers who cannot plan reliably.</a:t>
            </a:r>
          </a:p>
        </p:txBody>
      </p:sp>
      <p:sp>
        <p:nvSpPr>
          <p:cNvPr id="4" name="Text Box 3"/>
          <p:cNvSpPr txBox="1"/>
          <p:nvPr/>
        </p:nvSpPr>
        <p:spPr>
          <a:xfrm>
            <a:off x="2484120" y="267970"/>
            <a:ext cx="6612890" cy="275590"/>
          </a:xfrm>
          <a:prstGeom prst="rect">
            <a:avLst/>
          </a:prstGeom>
        </p:spPr>
        <p:txBody>
          <a:bodyPr wrap="square">
            <a:spAutoFit/>
          </a:bodyPr>
          <a:lstStyle/>
          <a:p>
            <a:r>
              <a:rPr lang="zh-CN" altLang="en-US" sz="1200"/>
              <a:t>👨</a:t>
            </a:r>
            <a:r>
              <a:rPr lang="en-US" altLang="zh-CN" sz="1200"/>
              <a:t>‍</a:t>
            </a:r>
            <a:r>
              <a:rPr lang="zh-CN" altLang="en-US" sz="1200"/>
              <a:t>🌾 </a:t>
            </a:r>
            <a:r>
              <a:rPr lang="en-US" altLang="zh-CN" sz="1200"/>
              <a:t>Farmer → </a:t>
            </a:r>
            <a:r>
              <a:rPr lang="zh-CN" altLang="en-US" sz="1200"/>
              <a:t>🌦 </a:t>
            </a:r>
            <a:r>
              <a:rPr lang="en-US" altLang="zh-CN" sz="1200"/>
              <a:t>Weather + </a:t>
            </a:r>
            <a:r>
              <a:rPr lang="zh-CN" altLang="en-US" sz="1200"/>
              <a:t>🌱 </a:t>
            </a:r>
            <a:r>
              <a:rPr lang="en-US" altLang="zh-CN" sz="1200"/>
              <a:t>Soil + </a:t>
            </a:r>
            <a:r>
              <a:rPr lang="zh-CN" altLang="en-US" sz="1200"/>
              <a:t>🐛 </a:t>
            </a:r>
            <a:r>
              <a:rPr lang="en-US" altLang="zh-CN" sz="1200"/>
              <a:t>Pests → ❓ Uncertain Yield /</a:t>
            </a:r>
            <a:r>
              <a:rPr lang="zh-CN" altLang="en-US" sz="1200"/>
              <a:t>💸 </a:t>
            </a:r>
            <a:r>
              <a:rPr lang="en-US" altLang="zh-CN" sz="1200"/>
              <a:t>Income Loss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67360" y="51435"/>
            <a:ext cx="6448425" cy="591820"/>
          </a:xfrm>
        </p:spPr>
        <p:txBody>
          <a:bodyPr/>
          <a:lstStyle/>
          <a:p>
            <a:r>
              <a:rPr lang="en-IN" altLang="en-US" sz="3600" u="sng"/>
              <a:t>Background &amp; Gap</a:t>
            </a:r>
          </a:p>
        </p:txBody>
      </p:sp>
      <p:sp>
        <p:nvSpPr>
          <p:cNvPr id="4" name="Text Placeholder 3"/>
          <p:cNvSpPr>
            <a:spLocks noGrp="1"/>
          </p:cNvSpPr>
          <p:nvPr>
            <p:ph type="body" idx="4294967295"/>
          </p:nvPr>
        </p:nvSpPr>
        <p:spPr>
          <a:xfrm>
            <a:off x="323850" y="699770"/>
            <a:ext cx="7696200" cy="3615055"/>
          </a:xfrm>
        </p:spPr>
        <p:txBody>
          <a:bodyPr/>
          <a:lstStyle/>
          <a:p>
            <a:pPr marL="152400" indent="0">
              <a:buNone/>
            </a:pPr>
            <a:r>
              <a:rPr lang="en-US" altLang="en-US" sz="1400" b="1" u="sng" dirty="0"/>
              <a:t>Existing Approaches:</a:t>
            </a:r>
          </a:p>
          <a:p>
            <a:pPr marL="152400" indent="0">
              <a:buNone/>
            </a:pPr>
            <a:r>
              <a:rPr lang="en-US" altLang="en-US" sz="1400" dirty="0"/>
              <a:t>• Traditional extension services provide general advice, often delayed and not crop/region specific.</a:t>
            </a:r>
          </a:p>
          <a:p>
            <a:pPr marL="152400" indent="0">
              <a:buNone/>
            </a:pPr>
            <a:r>
              <a:rPr lang="en-US" altLang="en-US" sz="1400" dirty="0"/>
              <a:t>• Digital platforms (apps/websites) exist, but most require continuous internet, are in English, or lack explainability.</a:t>
            </a:r>
          </a:p>
          <a:p>
            <a:pPr marL="152400" indent="0">
              <a:buNone/>
            </a:pPr>
            <a:r>
              <a:rPr lang="en-US" altLang="en-US" sz="1400" dirty="0"/>
              <a:t>• Machine learning has been explored for crop yield prediction in research, but mostly at large scale (state/national level) using coarse data.</a:t>
            </a:r>
          </a:p>
          <a:p>
            <a:pPr marL="152400" indent="0">
              <a:buNone/>
            </a:pPr>
            <a:endParaRPr lang="en-US" altLang="en-US" sz="1400" dirty="0"/>
          </a:p>
          <a:p>
            <a:pPr marL="152400" indent="0">
              <a:buNone/>
            </a:pPr>
            <a:r>
              <a:rPr lang="en-US" altLang="en-US" sz="1400" b="1" u="sng" dirty="0"/>
              <a:t>Identified Gaps:</a:t>
            </a:r>
          </a:p>
          <a:p>
            <a:pPr marL="152400" indent="0">
              <a:buNone/>
            </a:pPr>
            <a:r>
              <a:rPr lang="en-US" altLang="en-US" sz="1400" dirty="0"/>
              <a:t>• Lack of localized, farmer-friendly systems that combine weather, soil, and market data for field-level recommendations.</a:t>
            </a:r>
          </a:p>
          <a:p>
            <a:pPr marL="152400" indent="0">
              <a:buNone/>
            </a:pPr>
            <a:r>
              <a:rPr lang="en-US" altLang="en-US" sz="1400" dirty="0"/>
              <a:t>• Limited support for regional languages and offline usage, restricting accessibility.</a:t>
            </a:r>
          </a:p>
          <a:p>
            <a:pPr marL="152400" indent="0">
              <a:buNone/>
            </a:pPr>
            <a:r>
              <a:rPr lang="en-US" altLang="en-US" sz="1400" dirty="0"/>
              <a:t>• Few systems provide explainable predictions that farmers can trust and act upon.</a:t>
            </a:r>
          </a:p>
          <a:p>
            <a:pPr marL="152400" indent="0">
              <a:buNone/>
            </a:pPr>
            <a:endParaRPr lang="en-US" altLang="en-US" sz="1400" dirty="0"/>
          </a:p>
          <a:p>
            <a:pPr marL="152400" indent="0">
              <a:buNone/>
            </a:pPr>
            <a:r>
              <a:rPr lang="en-US" altLang="en-US" sz="1400" b="1" u="sng" dirty="0"/>
              <a:t>Our Focus:</a:t>
            </a:r>
          </a:p>
          <a:p>
            <a:pPr marL="152400" indent="0">
              <a:buNone/>
            </a:pPr>
            <a:r>
              <a:rPr lang="en-US" altLang="en-US" sz="1400" dirty="0"/>
              <a:t>• Develop an AI-powered, explainable, multilingual, offline-capable yield prediction and advisory platform designed specifically for smallholder farmers.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4"/>
          <p:cNvSpPr txBox="1"/>
          <p:nvPr/>
        </p:nvSpPr>
        <p:spPr>
          <a:xfrm>
            <a:off x="639337" y="0"/>
            <a:ext cx="7605131" cy="4819781"/>
          </a:xfrm>
          <a:prstGeom prst="rect">
            <a:avLst/>
          </a:prstGeom>
        </p:spPr>
        <p:txBody>
          <a:bodyPr wrap="square">
            <a:spAutoFit/>
          </a:bodyPr>
          <a:lstStyle/>
          <a:p>
            <a:pPr>
              <a:spcAft>
                <a:spcPct val="60000"/>
              </a:spcAft>
            </a:pPr>
            <a:r>
              <a:rPr lang="en-US" altLang="zh-CN" sz="2200" b="1" dirty="0"/>
              <a:t>Diagram Layout Suggestion</a:t>
            </a:r>
          </a:p>
          <a:p>
            <a:r>
              <a:rPr lang="en-US" altLang="zh-CN" sz="1600" dirty="0"/>
              <a:t>(Existing Solutions)</a:t>
            </a:r>
          </a:p>
          <a:p>
            <a:endParaRPr lang="en-US" altLang="zh-CN" sz="1600" dirty="0"/>
          </a:p>
          <a:p>
            <a:r>
              <a:rPr lang="en-US" altLang="zh-CN" sz="1600" dirty="0"/>
              <a:t> </a:t>
            </a:r>
            <a:r>
              <a:rPr lang="zh-CN" altLang="en-US" sz="1600" dirty="0"/>
              <a:t>📜 </a:t>
            </a:r>
            <a:r>
              <a:rPr lang="en-US" altLang="zh-CN" sz="1600" dirty="0"/>
              <a:t>Traditional advisory → one-size-fits-all, delayed</a:t>
            </a:r>
          </a:p>
          <a:p>
            <a:r>
              <a:rPr lang="en-US" altLang="zh-CN" sz="1600" dirty="0"/>
              <a:t> </a:t>
            </a:r>
            <a:r>
              <a:rPr lang="zh-CN" altLang="en-US" sz="1600" dirty="0"/>
              <a:t>📱 </a:t>
            </a:r>
            <a:r>
              <a:rPr lang="en-US" altLang="zh-CN" sz="1600" dirty="0"/>
              <a:t>Digital apps → need internet, English-only</a:t>
            </a:r>
          </a:p>
          <a:p>
            <a:r>
              <a:rPr lang="en-US" altLang="zh-CN" sz="1600" dirty="0"/>
              <a:t> </a:t>
            </a:r>
            <a:r>
              <a:rPr lang="zh-CN" altLang="en-US" sz="1600" dirty="0"/>
              <a:t>🤖 </a:t>
            </a:r>
            <a:r>
              <a:rPr lang="en-US" altLang="zh-CN" sz="1600" dirty="0"/>
              <a:t>ML research → coarse, national-level predictions</a:t>
            </a:r>
          </a:p>
          <a:p>
            <a:endParaRPr lang="en-US" altLang="zh-CN" sz="1600" dirty="0"/>
          </a:p>
          <a:p>
            <a:r>
              <a:rPr lang="en-US" altLang="zh-CN" sz="1600" dirty="0"/>
              <a:t>(Research Gaps)</a:t>
            </a:r>
          </a:p>
          <a:p>
            <a:endParaRPr lang="en-US" altLang="zh-CN" sz="1600" dirty="0"/>
          </a:p>
          <a:p>
            <a:r>
              <a:rPr lang="en-US" altLang="zh-CN" sz="1600" dirty="0"/>
              <a:t> </a:t>
            </a:r>
            <a:r>
              <a:rPr lang="zh-CN" altLang="en-US" sz="1600" dirty="0"/>
              <a:t>⚠</a:t>
            </a:r>
            <a:r>
              <a:rPr lang="en-US" altLang="zh-CN" sz="1600"/>
              <a:t>️ N </a:t>
            </a:r>
            <a:r>
              <a:rPr lang="en-US" altLang="zh-CN" sz="1600" dirty="0"/>
              <a:t>localized, farmer-friendly systems</a:t>
            </a:r>
          </a:p>
          <a:p>
            <a:r>
              <a:rPr lang="en-US" altLang="zh-CN" sz="1600" dirty="0"/>
              <a:t> </a:t>
            </a:r>
            <a:r>
              <a:rPr lang="zh-CN" altLang="en-US" sz="1600" dirty="0"/>
              <a:t>⚠</a:t>
            </a:r>
            <a:r>
              <a:rPr lang="en-US" altLang="zh-CN" sz="1600" dirty="0"/>
              <a:t>️ Limited regional language &amp; offline support</a:t>
            </a:r>
          </a:p>
          <a:p>
            <a:r>
              <a:rPr lang="en-US" altLang="zh-CN" sz="1600" dirty="0"/>
              <a:t> </a:t>
            </a:r>
            <a:r>
              <a:rPr lang="zh-CN" altLang="en-US" sz="1600" dirty="0"/>
              <a:t>⚠</a:t>
            </a:r>
            <a:r>
              <a:rPr lang="en-US" altLang="zh-CN" sz="1600" dirty="0"/>
              <a:t>️ Lack of explainable, trusted predictions</a:t>
            </a:r>
          </a:p>
          <a:p>
            <a:endParaRPr lang="en-US" altLang="zh-CN" sz="1600" dirty="0"/>
          </a:p>
          <a:p>
            <a:r>
              <a:rPr lang="en-US" altLang="zh-CN" sz="1600" dirty="0"/>
              <a:t>(Proposed Solution)</a:t>
            </a:r>
          </a:p>
          <a:p>
            <a:endParaRPr lang="en-US" altLang="zh-CN" sz="1600" dirty="0"/>
          </a:p>
          <a:p>
            <a:r>
              <a:rPr lang="en-US" altLang="zh-CN" sz="1600" dirty="0"/>
              <a:t> </a:t>
            </a:r>
            <a:r>
              <a:rPr lang="zh-CN" altLang="en-US" sz="1600" dirty="0"/>
              <a:t>🌾 </a:t>
            </a:r>
            <a:r>
              <a:rPr lang="en-US" altLang="zh-CN" sz="1600" dirty="0"/>
              <a:t>AI-powered, explainable, multilingual, offline advisory platform</a:t>
            </a:r>
          </a:p>
          <a:p>
            <a:r>
              <a:rPr lang="en-US" altLang="zh-CN" sz="1600" dirty="0"/>
              <a:t> ✅ Uses weather + soil + market data</a:t>
            </a:r>
          </a:p>
          <a:p>
            <a:r>
              <a:rPr lang="en-US" altLang="zh-CN" sz="1600" dirty="0"/>
              <a:t> ✅ Tailored for smallholder farmers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251460" y="195580"/>
            <a:ext cx="6448425" cy="591820"/>
          </a:xfrm>
        </p:spPr>
        <p:txBody>
          <a:bodyPr/>
          <a:lstStyle/>
          <a:p>
            <a:r>
              <a:rPr sz="3600" u="sng">
                <a:sym typeface="+mn-ea"/>
              </a:rPr>
              <a:t>Project Objectives &amp; Scope</a:t>
            </a:r>
            <a:endParaRPr lang="en-US" sz="3600" u="sng"/>
          </a:p>
        </p:txBody>
      </p:sp>
      <p:sp>
        <p:nvSpPr>
          <p:cNvPr id="6" name="Text Box 5"/>
          <p:cNvSpPr txBox="1"/>
          <p:nvPr/>
        </p:nvSpPr>
        <p:spPr>
          <a:xfrm>
            <a:off x="323850" y="987425"/>
            <a:ext cx="7726680" cy="3692525"/>
          </a:xfrm>
          <a:prstGeom prst="rect">
            <a:avLst/>
          </a:prstGeom>
        </p:spPr>
        <p:txBody>
          <a:bodyPr wrap="square">
            <a:spAutoFit/>
          </a:bodyPr>
          <a:lstStyle/>
          <a:p>
            <a:r>
              <a:rPr lang="en-US" altLang="zh-CN" sz="1800" b="1" u="sng"/>
              <a:t>Objectives</a:t>
            </a:r>
          </a:p>
          <a:p>
            <a:endParaRPr lang="en-US" altLang="zh-CN" sz="1800"/>
          </a:p>
          <a:p>
            <a:pPr>
              <a:buFont typeface="Arial" panose="020B0604020202020204"/>
              <a:buChar char="•"/>
            </a:pPr>
            <a:r>
              <a:rPr lang="en-US" altLang="zh-CN" sz="1800"/>
              <a:t>Develop an AI-based platform to predict seasonal crop yields using historical, weather, soil, and market data.</a:t>
            </a:r>
          </a:p>
          <a:p>
            <a:pPr>
              <a:buFont typeface="Arial" panose="020B0604020202020204"/>
              <a:buChar char="•"/>
            </a:pPr>
            <a:endParaRPr lang="en-US" altLang="zh-CN" sz="1800"/>
          </a:p>
          <a:p>
            <a:pPr>
              <a:buFont typeface="Arial" panose="020B0604020202020204"/>
              <a:buChar char="•"/>
            </a:pPr>
            <a:r>
              <a:rPr lang="en-US" altLang="zh-CN" sz="1800"/>
              <a:t>Provide actionable recommendations on irrigation, fertilization, and pest control to improve productivity.</a:t>
            </a:r>
          </a:p>
          <a:p>
            <a:pPr>
              <a:buFont typeface="Arial" panose="020B0604020202020204"/>
              <a:buChar char="•"/>
            </a:pPr>
            <a:endParaRPr lang="en-US" altLang="zh-CN" sz="1800"/>
          </a:p>
          <a:p>
            <a:pPr>
              <a:buFont typeface="Arial" panose="020B0604020202020204"/>
              <a:buChar char="•"/>
            </a:pPr>
            <a:r>
              <a:rPr lang="en-US" altLang="zh-CN" sz="1800"/>
              <a:t>Ensure the system is explainable, multilingual, and offline-capable for accessibility to smallholder farmers.</a:t>
            </a:r>
          </a:p>
          <a:p>
            <a:pPr>
              <a:buFont typeface="Arial" panose="020B0604020202020204"/>
              <a:buChar char="•"/>
            </a:pPr>
            <a:endParaRPr lang="en-US" altLang="zh-CN" sz="1800"/>
          </a:p>
          <a:p>
            <a:pPr>
              <a:buFont typeface="Arial" panose="020B0604020202020204"/>
              <a:buChar char="•"/>
            </a:pPr>
            <a:r>
              <a:rPr lang="en-US" altLang="en-US" sz="1800"/>
              <a:t>Aim to improve crop productivity through data-driven decision support (to be validated in pilot trials)</a:t>
            </a:r>
            <a:r>
              <a:rPr lang="en-IN" altLang="en-US" sz="180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539750" y="267970"/>
            <a:ext cx="7561580" cy="3139321"/>
          </a:xfrm>
          <a:prstGeom prst="rect">
            <a:avLst/>
          </a:prstGeom>
          <a:noFill/>
        </p:spPr>
        <p:txBody>
          <a:bodyPr wrap="square" rtlCol="0" anchor="t">
            <a:spAutoFit/>
          </a:bodyPr>
          <a:lstStyle/>
          <a:p>
            <a:r>
              <a:rPr lang="en-US" altLang="zh-CN" sz="1800" b="1" u="sng" dirty="0">
                <a:sym typeface="+mn-ea"/>
              </a:rPr>
              <a:t>Scope</a:t>
            </a:r>
            <a:endParaRPr lang="en-US" altLang="zh-CN" sz="1800" b="1" u="sng" dirty="0"/>
          </a:p>
          <a:p>
            <a:endParaRPr lang="en-US" altLang="zh-CN" sz="1800" dirty="0"/>
          </a:p>
          <a:p>
            <a:pPr>
              <a:buFont typeface="Arial" panose="020B0604020202020204"/>
              <a:buChar char="•"/>
            </a:pPr>
            <a:r>
              <a:rPr lang="en-US" altLang="zh-CN" sz="1800" dirty="0">
                <a:sym typeface="+mn-ea"/>
              </a:rPr>
              <a:t>Focus on selected crops and regions during initial development.</a:t>
            </a:r>
            <a:endParaRPr lang="en-US" altLang="zh-CN" sz="1800" dirty="0"/>
          </a:p>
          <a:p>
            <a:pPr>
              <a:buFont typeface="Arial" panose="020B0604020202020204"/>
              <a:buChar char="•"/>
            </a:pPr>
            <a:endParaRPr lang="en-US" altLang="zh-CN" sz="1800" dirty="0"/>
          </a:p>
          <a:p>
            <a:pPr>
              <a:buFont typeface="Arial" panose="020B0604020202020204"/>
              <a:buChar char="•"/>
            </a:pPr>
            <a:r>
              <a:rPr lang="en-US" altLang="zh-CN" sz="1800" dirty="0">
                <a:sym typeface="+mn-ea"/>
              </a:rPr>
              <a:t>Build a mobile app prototype with farmer-friendly input/output interfaces.</a:t>
            </a:r>
            <a:endParaRPr lang="en-US" altLang="zh-CN" sz="1800" dirty="0"/>
          </a:p>
          <a:p>
            <a:pPr>
              <a:buFont typeface="Arial" panose="020B0604020202020204"/>
              <a:buChar char="•"/>
            </a:pPr>
            <a:endParaRPr lang="en-US" altLang="zh-CN" sz="1800" dirty="0"/>
          </a:p>
          <a:p>
            <a:pPr>
              <a:buFont typeface="Arial" panose="020B0604020202020204"/>
              <a:buChar char="•"/>
            </a:pPr>
            <a:r>
              <a:rPr lang="en-US" altLang="zh-CN" sz="1800" dirty="0">
                <a:sym typeface="+mn-ea"/>
              </a:rPr>
              <a:t>Use open-source datasets and public APIs (NASA POWER, SoilGrids, Agmarknet).</a:t>
            </a:r>
            <a:endParaRPr lang="en-US" altLang="zh-CN" sz="1800" dirty="0"/>
          </a:p>
          <a:p>
            <a:pPr>
              <a:buFont typeface="Arial" panose="020B0604020202020204"/>
              <a:buChar char="•"/>
            </a:pPr>
            <a:endParaRPr lang="en-US" altLang="zh-CN" sz="1800" dirty="0"/>
          </a:p>
          <a:p>
            <a:pPr>
              <a:buFont typeface="Arial" panose="020B0604020202020204"/>
              <a:buChar char="•"/>
            </a:pPr>
            <a:r>
              <a:rPr lang="en-US" altLang="zh-CN" sz="1800" dirty="0">
                <a:sym typeface="+mn-ea"/>
              </a:rPr>
              <a:t>Initial scope: yield prediction + simple advisory (not including on-field IoT sensor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251460" y="195580"/>
            <a:ext cx="6448425" cy="591820"/>
          </a:xfrm>
        </p:spPr>
        <p:txBody>
          <a:bodyPr/>
          <a:lstStyle/>
          <a:p>
            <a:r>
              <a:rPr lang="en-US" altLang="en-US" sz="3600" u="sng"/>
              <a:t>Datasets &amp; Inputs</a:t>
            </a:r>
          </a:p>
        </p:txBody>
      </p:sp>
      <p:sp>
        <p:nvSpPr>
          <p:cNvPr id="6" name="Text Box 5"/>
          <p:cNvSpPr txBox="1"/>
          <p:nvPr/>
        </p:nvSpPr>
        <p:spPr>
          <a:xfrm>
            <a:off x="323850" y="987425"/>
            <a:ext cx="7726680" cy="3969385"/>
          </a:xfrm>
          <a:prstGeom prst="rect">
            <a:avLst/>
          </a:prstGeom>
        </p:spPr>
        <p:txBody>
          <a:bodyPr wrap="square">
            <a:spAutoFit/>
          </a:bodyPr>
          <a:lstStyle/>
          <a:p>
            <a:r>
              <a:rPr lang="en-US" altLang="en-US" sz="1800" b="1" dirty="0"/>
              <a:t>1. Historical Crop Yield Data</a:t>
            </a:r>
            <a:r>
              <a:rPr lang="en-IN" altLang="en-US" sz="1800" b="1" dirty="0"/>
              <a:t> </a:t>
            </a:r>
            <a:r>
              <a:rPr lang="zh-CN" altLang="en-US" sz="1800" dirty="0"/>
              <a:t>🌾</a:t>
            </a:r>
          </a:p>
          <a:p>
            <a:pPr marL="285750" indent="-285750">
              <a:buFont typeface="Arial" panose="020B0604020202020204" pitchFamily="34" charset="0"/>
              <a:buChar char="•"/>
            </a:pPr>
            <a:r>
              <a:rPr lang="en-US" altLang="en-US" sz="1800" dirty="0"/>
              <a:t>Source: Government databases (e.g., data.gov.in, FAOSTAT, district-level production stats)</a:t>
            </a:r>
            <a:r>
              <a:rPr lang="en-IN" altLang="en-US" sz="1800" dirty="0"/>
              <a:t>.</a:t>
            </a:r>
            <a:endParaRPr lang="en-US" altLang="en-US" sz="1800" dirty="0"/>
          </a:p>
          <a:p>
            <a:pPr marL="285750" indent="-285750">
              <a:buFont typeface="Arial" panose="020B0604020202020204" pitchFamily="34" charset="0"/>
              <a:buChar char="•"/>
            </a:pPr>
            <a:r>
              <a:rPr lang="en-US" altLang="en-US" sz="1800" dirty="0"/>
              <a:t>Use: Training &amp; evaluating yield prediction models</a:t>
            </a:r>
            <a:r>
              <a:rPr lang="en-IN" altLang="en-US" sz="1800" dirty="0"/>
              <a:t>.</a:t>
            </a:r>
            <a:endParaRPr lang="en-US" altLang="en-US" sz="1800" dirty="0"/>
          </a:p>
          <a:p>
            <a:endParaRPr lang="en-US" altLang="en-US" sz="1800" dirty="0"/>
          </a:p>
          <a:p>
            <a:r>
              <a:rPr lang="en-US" altLang="en-US" sz="1800" b="1" dirty="0"/>
              <a:t>2. Weather Data</a:t>
            </a:r>
            <a:r>
              <a:rPr lang="en-IN" altLang="en-US" sz="1800" b="1" dirty="0"/>
              <a:t> </a:t>
            </a:r>
            <a:r>
              <a:rPr lang="zh-CN" altLang="en-US" sz="1800" dirty="0"/>
              <a:t>🌦</a:t>
            </a:r>
          </a:p>
          <a:p>
            <a:pPr marL="285750" indent="-285750">
              <a:buFont typeface="Arial" panose="020B0604020202020204" pitchFamily="34" charset="0"/>
              <a:buChar char="•"/>
            </a:pPr>
            <a:r>
              <a:rPr lang="en-US" altLang="en-US" sz="1800" dirty="0"/>
              <a:t>Source: NASA POWER API (temperature, rainfall, solar radiation, humidity)</a:t>
            </a:r>
          </a:p>
          <a:p>
            <a:pPr marL="285750" indent="-285750">
              <a:buFont typeface="Arial" panose="020B0604020202020204" pitchFamily="34" charset="0"/>
              <a:buChar char="•"/>
            </a:pPr>
            <a:r>
              <a:rPr lang="en-US" altLang="en-US" sz="1800" dirty="0"/>
              <a:t>Use: Seasonal climate features for crop growth modeling</a:t>
            </a:r>
          </a:p>
          <a:p>
            <a:endParaRPr lang="en-US" altLang="en-US" sz="1800" dirty="0"/>
          </a:p>
          <a:p>
            <a:r>
              <a:rPr lang="en-US" altLang="en-US" sz="1800" b="1" dirty="0"/>
              <a:t>3. Soil Data</a:t>
            </a:r>
            <a:r>
              <a:rPr lang="en-IN" altLang="en-US" sz="1800" b="1" dirty="0"/>
              <a:t> </a:t>
            </a:r>
            <a:r>
              <a:rPr lang="zh-CN" altLang="en-US" sz="1800" b="1" dirty="0"/>
              <a:t>🌱</a:t>
            </a:r>
          </a:p>
          <a:p>
            <a:pPr marL="285750" indent="-285750">
              <a:buFont typeface="Arial" panose="020B0604020202020204" pitchFamily="34" charset="0"/>
              <a:buChar char="•"/>
            </a:pPr>
            <a:r>
              <a:rPr lang="en-US" altLang="en-US" sz="1800" dirty="0"/>
              <a:t>Source: SoilGrids / Bhuvan (ISRO) – soil pH, organic carbon, texture, moisture</a:t>
            </a:r>
          </a:p>
          <a:p>
            <a:pPr marL="285750" indent="-285750">
              <a:buFont typeface="Arial" panose="020B0604020202020204" pitchFamily="34" charset="0"/>
              <a:buChar char="•"/>
            </a:pPr>
            <a:r>
              <a:rPr lang="en-US" altLang="en-US" sz="1800" dirty="0"/>
              <a:t>Use: Understanding soil fertility &amp; crop suitability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23850" y="628015"/>
            <a:ext cx="6558280" cy="2030095"/>
          </a:xfrm>
          <a:prstGeom prst="rect">
            <a:avLst/>
          </a:prstGeom>
          <a:noFill/>
        </p:spPr>
        <p:txBody>
          <a:bodyPr wrap="square" rtlCol="0" anchor="t">
            <a:spAutoFit/>
          </a:bodyPr>
          <a:lstStyle/>
          <a:p>
            <a:r>
              <a:rPr lang="en-US" altLang="en-US" sz="1800" b="1" dirty="0">
                <a:sym typeface="+mn-ea"/>
              </a:rPr>
              <a:t>4. Market Price Data</a:t>
            </a:r>
            <a:r>
              <a:rPr lang="en-IN" altLang="en-US" sz="1800" b="1" dirty="0">
                <a:sym typeface="+mn-ea"/>
              </a:rPr>
              <a:t> </a:t>
            </a:r>
            <a:r>
              <a:rPr lang="zh-CN" altLang="en-US" sz="1800" dirty="0"/>
              <a:t>💹</a:t>
            </a:r>
          </a:p>
          <a:p>
            <a:pPr marL="285750" indent="-285750">
              <a:buFont typeface="Arial" panose="020B0604020202020204" pitchFamily="34" charset="0"/>
              <a:buChar char="•"/>
            </a:pPr>
            <a:r>
              <a:rPr lang="en-US" altLang="en-US" sz="1800" dirty="0">
                <a:sym typeface="+mn-ea"/>
              </a:rPr>
              <a:t>Source: Agmarknet / data.gov.in – mandi prices</a:t>
            </a:r>
            <a:endParaRPr lang="en-US" altLang="en-US" sz="1800" dirty="0"/>
          </a:p>
          <a:p>
            <a:pPr marL="285750" indent="-285750">
              <a:buFont typeface="Arial" panose="020B0604020202020204" pitchFamily="34" charset="0"/>
              <a:buChar char="•"/>
            </a:pPr>
            <a:r>
              <a:rPr lang="en-US" altLang="en-US" sz="1800" dirty="0">
                <a:sym typeface="+mn-ea"/>
              </a:rPr>
              <a:t>Use: Profitability estimation &amp; revenue forecasts</a:t>
            </a:r>
            <a:endParaRPr lang="en-US" altLang="en-US" sz="1800" dirty="0"/>
          </a:p>
          <a:p>
            <a:endParaRPr lang="en-US" altLang="en-US" sz="1800" dirty="0"/>
          </a:p>
          <a:p>
            <a:r>
              <a:rPr lang="en-US" altLang="en-US" sz="1800" b="1" dirty="0">
                <a:sym typeface="+mn-ea"/>
              </a:rPr>
              <a:t>5. (Optional/Pilot) Farm-Level Data</a:t>
            </a:r>
            <a:endParaRPr lang="en-US" altLang="en-US" sz="1800" b="1" dirty="0"/>
          </a:p>
          <a:p>
            <a:pPr marL="285750" indent="-285750">
              <a:buFont typeface="Arial" panose="020B0604020202020204" pitchFamily="34" charset="0"/>
              <a:buChar char="•"/>
            </a:pPr>
            <a:r>
              <a:rPr lang="en-US" altLang="en-US" sz="1800" dirty="0">
                <a:sym typeface="+mn-ea"/>
              </a:rPr>
              <a:t>From local pilot farms (classmates/nearby fields)</a:t>
            </a:r>
            <a:endParaRPr lang="en-US" altLang="en-US" sz="1800" dirty="0"/>
          </a:p>
          <a:p>
            <a:pPr marL="285750" indent="-285750">
              <a:buFont typeface="Arial" panose="020B0604020202020204" pitchFamily="34" charset="0"/>
              <a:buChar char="•"/>
            </a:pPr>
            <a:r>
              <a:rPr lang="en-US" altLang="en-US" sz="1800" dirty="0">
                <a:sym typeface="+mn-ea"/>
              </a:rPr>
              <a:t>Use: Validation &amp; fine-tuning for local accuracy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251460" y="195580"/>
            <a:ext cx="6448425" cy="591820"/>
          </a:xfrm>
        </p:spPr>
        <p:txBody>
          <a:bodyPr/>
          <a:lstStyle/>
          <a:p>
            <a:r>
              <a:rPr lang="en-US" altLang="en-US" sz="3600" u="sng" dirty="0"/>
              <a:t>Methodology</a:t>
            </a:r>
          </a:p>
        </p:txBody>
      </p:sp>
      <p:sp>
        <p:nvSpPr>
          <p:cNvPr id="6" name="Text Box 5"/>
          <p:cNvSpPr txBox="1"/>
          <p:nvPr/>
        </p:nvSpPr>
        <p:spPr>
          <a:xfrm>
            <a:off x="323850" y="987425"/>
            <a:ext cx="7726680" cy="3138170"/>
          </a:xfrm>
          <a:prstGeom prst="rect">
            <a:avLst/>
          </a:prstGeom>
        </p:spPr>
        <p:txBody>
          <a:bodyPr wrap="square">
            <a:spAutoFit/>
          </a:bodyPr>
          <a:lstStyle/>
          <a:p>
            <a:r>
              <a:rPr lang="en-US" altLang="en-US" sz="1800" b="1" u="sng" dirty="0"/>
              <a:t>Step 1 – Data Collection</a:t>
            </a:r>
          </a:p>
          <a:p>
            <a:r>
              <a:rPr lang="en-US" altLang="en-US" sz="1800" dirty="0"/>
              <a:t>Gather historical yield data, weather (NASA POWER), soil (SoilGrids/Bhuvan), and market prices (Agmarknet).</a:t>
            </a:r>
          </a:p>
          <a:p>
            <a:endParaRPr lang="en-US" altLang="en-US" sz="1800" dirty="0"/>
          </a:p>
          <a:p>
            <a:r>
              <a:rPr lang="en-US" altLang="en-US" sz="1800" b="1" u="sng" dirty="0"/>
              <a:t>Step 2 – Data Preprocessing &amp; Feature Engineering</a:t>
            </a:r>
            <a:endParaRPr lang="en-US" altLang="en-US" sz="1800" dirty="0"/>
          </a:p>
          <a:p>
            <a:r>
              <a:rPr lang="en-US" altLang="en-US" sz="1800" dirty="0"/>
              <a:t>Clean missing values, normalize data, and create features (e.g., seasonal rainfall, soil fertility indices).</a:t>
            </a:r>
          </a:p>
          <a:p>
            <a:endParaRPr lang="en-US" altLang="en-US" sz="1800" dirty="0"/>
          </a:p>
          <a:p>
            <a:r>
              <a:rPr lang="en-US" altLang="en-US" sz="1800" b="1" u="sng" dirty="0"/>
              <a:t>Step 3 – Model Development</a:t>
            </a:r>
            <a:endParaRPr lang="en-US" altLang="en-US" sz="1800" dirty="0"/>
          </a:p>
          <a:p>
            <a:r>
              <a:rPr lang="en-US" altLang="en-US" sz="1800" dirty="0"/>
              <a:t>Train ML models (RandomForest, XGBoost) for yield prediction.</a:t>
            </a:r>
          </a:p>
          <a:p>
            <a:r>
              <a:rPr lang="en-US" altLang="en-US" sz="1800" dirty="0"/>
              <a:t>Evaluate with metrics: RMSE, MAE, R², MAPE.</a:t>
            </a:r>
          </a:p>
        </p:txBody>
      </p:sp>
      <p:sp>
        <p:nvSpPr>
          <p:cNvPr id="2" name="Text Box 1"/>
          <p:cNvSpPr txBox="1"/>
          <p:nvPr/>
        </p:nvSpPr>
        <p:spPr>
          <a:xfrm>
            <a:off x="3275330" y="483870"/>
            <a:ext cx="5784850" cy="275590"/>
          </a:xfrm>
          <a:prstGeom prst="rect">
            <a:avLst/>
          </a:prstGeom>
        </p:spPr>
        <p:txBody>
          <a:bodyPr wrap="square">
            <a:spAutoFit/>
          </a:bodyPr>
          <a:lstStyle/>
          <a:p>
            <a:r>
              <a:rPr lang="zh-CN" altLang="en-US" sz="1200" dirty="0"/>
              <a:t>📊 </a:t>
            </a:r>
            <a:r>
              <a:rPr lang="en-US" altLang="zh-CN" sz="1200" dirty="0"/>
              <a:t>Data → </a:t>
            </a:r>
            <a:r>
              <a:rPr lang="zh-CN" altLang="en-US" sz="1200" dirty="0"/>
              <a:t>⚙</a:t>
            </a:r>
            <a:r>
              <a:rPr lang="en-US" altLang="zh-CN" sz="1200" dirty="0"/>
              <a:t>️ Preprocessing  </a:t>
            </a:r>
            <a:r>
              <a:rPr lang="zh-CN" altLang="en-US" sz="1200" dirty="0"/>
              <a:t>🤖 </a:t>
            </a:r>
            <a:r>
              <a:rPr lang="en-US" altLang="zh-CN" sz="1200" dirty="0"/>
              <a:t>Model → </a:t>
            </a:r>
            <a:r>
              <a:rPr lang="zh-CN" altLang="en-US" sz="1200" dirty="0"/>
              <a:t>💡 </a:t>
            </a:r>
            <a:r>
              <a:rPr lang="en-US" altLang="zh-CN" sz="1200" dirty="0"/>
              <a:t>Recommendations → </a:t>
            </a:r>
            <a:r>
              <a:rPr lang="en-IN" altLang="en-US" sz="1200" dirty="0"/>
              <a:t>Web</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p:nvPr/>
        </p:nvSpPr>
        <p:spPr>
          <a:xfrm>
            <a:off x="323850" y="411480"/>
            <a:ext cx="7726680" cy="2861310"/>
          </a:xfrm>
          <a:prstGeom prst="rect">
            <a:avLst/>
          </a:prstGeom>
        </p:spPr>
        <p:txBody>
          <a:bodyPr wrap="square">
            <a:spAutoFit/>
          </a:bodyPr>
          <a:lstStyle/>
          <a:p>
            <a:r>
              <a:rPr lang="en-US" altLang="en-US" sz="1800" b="1" u="sng" dirty="0"/>
              <a:t>Step 4 – Explainability &amp; Advisory Layer</a:t>
            </a:r>
            <a:endParaRPr lang="en-US" altLang="en-US" sz="1800" dirty="0"/>
          </a:p>
          <a:p>
            <a:r>
              <a:rPr lang="en-US" altLang="en-US" sz="1800" dirty="0"/>
              <a:t>Use SHAP/feature importance to generate simple irrigation/fertilizer suggestions.</a:t>
            </a:r>
          </a:p>
          <a:p>
            <a:endParaRPr lang="en-US" altLang="en-US" sz="1800" dirty="0"/>
          </a:p>
          <a:p>
            <a:r>
              <a:rPr lang="en-US" altLang="en-US" sz="1800" b="1" u="sng" dirty="0"/>
              <a:t>Step 5 – Backend API &amp; Integration</a:t>
            </a:r>
            <a:endParaRPr lang="en-US" altLang="en-US" sz="1800" dirty="0"/>
          </a:p>
          <a:p>
            <a:r>
              <a:rPr lang="en-US" altLang="en-US" sz="1800" dirty="0"/>
              <a:t>Build Flask/Node API to serve predictions in real-time.</a:t>
            </a:r>
          </a:p>
          <a:p>
            <a:endParaRPr lang="en-US" altLang="en-US" sz="1800" dirty="0"/>
          </a:p>
          <a:p>
            <a:r>
              <a:rPr lang="en-US" altLang="en-US" sz="1800" b="1" u="sng" dirty="0"/>
              <a:t>Step 6 – Frontend (Web)</a:t>
            </a:r>
          </a:p>
          <a:p>
            <a:r>
              <a:rPr lang="en-US" altLang="en-US" sz="1800" dirty="0"/>
              <a:t>Farmers input crop + location → </a:t>
            </a:r>
            <a:r>
              <a:rPr lang="en-IN" altLang="en-US" sz="1800" dirty="0"/>
              <a:t>App</a:t>
            </a:r>
            <a:r>
              <a:rPr lang="en-US" altLang="en-US" sz="1800" dirty="0"/>
              <a:t> displays yield prediction, profit estimate, and recommendations in local language (with offline support).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251460" y="195580"/>
            <a:ext cx="6448425" cy="591820"/>
          </a:xfrm>
        </p:spPr>
        <p:txBody>
          <a:bodyPr/>
          <a:lstStyle/>
          <a:p>
            <a:r>
              <a:rPr lang="en-US" altLang="en-US" sz="3600" u="sng" dirty="0"/>
              <a:t>Prototype &amp; Tech stack</a:t>
            </a:r>
          </a:p>
        </p:txBody>
      </p:sp>
      <p:sp>
        <p:nvSpPr>
          <p:cNvPr id="6" name="Text Box 5"/>
          <p:cNvSpPr txBox="1"/>
          <p:nvPr/>
        </p:nvSpPr>
        <p:spPr>
          <a:xfrm>
            <a:off x="251459" y="988060"/>
            <a:ext cx="8543136" cy="2893100"/>
          </a:xfrm>
          <a:prstGeom prst="rect">
            <a:avLst/>
          </a:prstGeom>
        </p:spPr>
        <p:txBody>
          <a:bodyPr wrap="square">
            <a:spAutoFit/>
          </a:bodyPr>
          <a:lstStyle/>
          <a:p>
            <a:pPr marL="0" indent="0">
              <a:buFont typeface="Arial" panose="020B0604020202020204" pitchFamily="34" charset="0"/>
              <a:buNone/>
            </a:pPr>
            <a:r>
              <a:rPr lang="en-US" altLang="en-US" sz="2000" b="1" u="sng" dirty="0"/>
              <a:t>Prototype (MVP Features)</a:t>
            </a:r>
          </a:p>
          <a:p>
            <a:endParaRPr lang="en-US" altLang="en-US" sz="1800" dirty="0"/>
          </a:p>
          <a:p>
            <a:pPr marL="285750" indent="-285750">
              <a:buFont typeface="Arial" panose="020B0604020202020204" pitchFamily="34" charset="0"/>
              <a:buChar char="•"/>
            </a:pPr>
            <a:r>
              <a:rPr lang="en-US" altLang="en-US" sz="1800" dirty="0"/>
              <a:t>Input form</a:t>
            </a:r>
            <a:r>
              <a:rPr lang="en-IN" altLang="en-US" sz="1800" dirty="0"/>
              <a:t> </a:t>
            </a:r>
            <a:r>
              <a:rPr lang="en-US" altLang="en-US" sz="1800" dirty="0"/>
              <a:t>: Farmers enter crop, location, planting date.</a:t>
            </a:r>
          </a:p>
          <a:p>
            <a:r>
              <a:rPr lang="en-IN" altLang="en-US" sz="1800" dirty="0"/>
              <a:t>    </a:t>
            </a:r>
            <a:r>
              <a:rPr lang="en-US" altLang="en-US" sz="1800" dirty="0"/>
              <a:t>Prediction output: Seasonal yield (kg/ha) with confidence range.</a:t>
            </a:r>
          </a:p>
          <a:p>
            <a:pPr marL="285750" indent="-285750">
              <a:buFont typeface="Arial" panose="020B0604020202020204" pitchFamily="34" charset="0"/>
              <a:buChar char="•"/>
            </a:pPr>
            <a:endParaRPr lang="en-US" altLang="en-US" sz="1800" i="1" dirty="0"/>
          </a:p>
          <a:p>
            <a:pPr marL="285750" indent="-285750">
              <a:buFont typeface="Arial" panose="020B0604020202020204" pitchFamily="34" charset="0"/>
              <a:buChar char="•"/>
            </a:pPr>
            <a:r>
              <a:rPr lang="en-US" altLang="en-US" sz="1800" dirty="0"/>
              <a:t>Recommendations</a:t>
            </a:r>
            <a:r>
              <a:rPr lang="en-IN" altLang="en-US" sz="1800" dirty="0"/>
              <a:t> </a:t>
            </a:r>
            <a:r>
              <a:rPr lang="en-US" altLang="en-US" sz="1800" dirty="0"/>
              <a:t>: Simple irrigation &amp; fertilizer guidance (rule-based + model explainability).</a:t>
            </a:r>
          </a:p>
          <a:p>
            <a:pPr marL="285750" indent="-285750">
              <a:buFont typeface="Arial" panose="020B0604020202020204" pitchFamily="34" charset="0"/>
              <a:buChar char="•"/>
            </a:pPr>
            <a:endParaRPr lang="en-US" altLang="en-US" sz="1800" dirty="0"/>
          </a:p>
          <a:p>
            <a:pPr marL="285750" indent="-285750">
              <a:buFont typeface="Arial" panose="020B0604020202020204" pitchFamily="34" charset="0"/>
              <a:buChar char="•"/>
            </a:pPr>
            <a:r>
              <a:rPr lang="en-US" altLang="en-US" sz="1800" dirty="0"/>
              <a:t>Profit estimate</a:t>
            </a:r>
            <a:r>
              <a:rPr lang="en-IN" altLang="en-US" sz="1800" dirty="0"/>
              <a:t> </a:t>
            </a:r>
            <a:r>
              <a:rPr lang="en-US" altLang="en-US" sz="1800" dirty="0"/>
              <a:t>: Yield × mandi price (Agmarknet data).</a:t>
            </a:r>
          </a:p>
          <a:p>
            <a:r>
              <a:rPr lang="en-IN" altLang="en-US" sz="1800" dirty="0"/>
              <a:t>    </a:t>
            </a:r>
            <a:r>
              <a:rPr lang="en-US" altLang="en-US" sz="1800" dirty="0"/>
              <a:t>Mobile/web app: Multilingual interface, offline caching of last predictions.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67360" y="51435"/>
            <a:ext cx="7774940" cy="4985385"/>
          </a:xfrm>
          <a:prstGeom prst="rect">
            <a:avLst/>
          </a:prstGeom>
        </p:spPr>
        <p:txBody>
          <a:bodyPr wrap="square">
            <a:spAutoFit/>
          </a:bodyPr>
          <a:lstStyle/>
          <a:p>
            <a:pPr>
              <a:spcAft>
                <a:spcPct val="60000"/>
              </a:spcAft>
            </a:pPr>
            <a:r>
              <a:rPr lang="en-US" altLang="zh-CN" sz="2000" b="1" u="sng" dirty="0"/>
              <a:t>Tech Stack</a:t>
            </a:r>
          </a:p>
          <a:p>
            <a:r>
              <a:rPr lang="en-US" altLang="zh-CN" sz="1800" b="1" dirty="0"/>
              <a:t>Data &amp; ML</a:t>
            </a:r>
          </a:p>
          <a:p>
            <a:endParaRPr lang="en-US" altLang="zh-CN" sz="1800" b="1" dirty="0"/>
          </a:p>
          <a:p>
            <a:pPr marL="285750" indent="-285750">
              <a:buFont typeface="Arial" panose="020B0604020202020204" pitchFamily="34" charset="0"/>
              <a:buChar char="•"/>
            </a:pPr>
            <a:r>
              <a:rPr lang="en-US" altLang="zh-CN" sz="1800" dirty="0"/>
              <a:t>Python, pandas, scikit-learn, XGBoost</a:t>
            </a:r>
          </a:p>
          <a:p>
            <a:pPr marL="285750" indent="-285750">
              <a:buFont typeface="Arial" panose="020B0604020202020204" pitchFamily="34" charset="0"/>
              <a:buChar char="•"/>
            </a:pPr>
            <a:r>
              <a:rPr lang="en-US" altLang="zh-CN" sz="1800" dirty="0"/>
              <a:t>SHAP (explainability), TensorFlow Lite (mobile inference)</a:t>
            </a:r>
          </a:p>
          <a:p>
            <a:pPr>
              <a:buFont typeface="Arial" panose="020B0604020202020204"/>
              <a:buChar char="•"/>
            </a:pPr>
            <a:endParaRPr lang="en-US" altLang="zh-CN" sz="1800" dirty="0"/>
          </a:p>
          <a:p>
            <a:r>
              <a:rPr lang="en-US" altLang="zh-CN" sz="1800" b="1" dirty="0"/>
              <a:t>Backend / APIs</a:t>
            </a:r>
          </a:p>
          <a:p>
            <a:pPr marL="285750" indent="-285750">
              <a:buFont typeface="Arial" panose="020B0604020202020204" pitchFamily="34" charset="0"/>
              <a:buChar char="•"/>
            </a:pPr>
            <a:r>
              <a:rPr lang="en-US" altLang="zh-CN" sz="1800" dirty="0"/>
              <a:t>Flask / Fast API</a:t>
            </a:r>
          </a:p>
          <a:p>
            <a:pPr marL="285750" indent="-285750">
              <a:buFont typeface="Arial" panose="020B0604020202020204" pitchFamily="34" charset="0"/>
              <a:buChar char="•"/>
            </a:pPr>
            <a:r>
              <a:rPr lang="en-US" altLang="zh-CN" sz="1800" dirty="0"/>
              <a:t>NASA POWER (weather), SoilGrids/Bhuvan (soil), Agmarknet (prices)</a:t>
            </a:r>
          </a:p>
          <a:p>
            <a:pPr>
              <a:buFont typeface="Arial" panose="020B0604020202020204"/>
              <a:buChar char="•"/>
            </a:pPr>
            <a:endParaRPr lang="en-US" altLang="zh-CN" sz="1800" dirty="0"/>
          </a:p>
          <a:p>
            <a:r>
              <a:rPr lang="en-US" altLang="zh-CN" sz="1800" b="1" dirty="0"/>
              <a:t>Frontend</a:t>
            </a:r>
          </a:p>
          <a:p>
            <a:pPr marL="285750" indent="-285750">
              <a:buFont typeface="Arial" panose="020B0604020202020204" pitchFamily="34" charset="0"/>
              <a:buChar char="•"/>
            </a:pPr>
            <a:r>
              <a:rPr lang="en-US" altLang="zh-CN" sz="1800" dirty="0"/>
              <a:t>Java / React Native / Flutter (mobile app)</a:t>
            </a:r>
          </a:p>
          <a:p>
            <a:pPr marL="285750" indent="-285750">
              <a:buFont typeface="Arial" panose="020B0604020202020204" pitchFamily="34" charset="0"/>
              <a:buChar char="•"/>
            </a:pPr>
            <a:r>
              <a:rPr lang="en-US" altLang="zh-CN" sz="1800" dirty="0"/>
              <a:t>Multilingual UI + offline storage</a:t>
            </a:r>
          </a:p>
          <a:p>
            <a:pPr marL="285750" indent="-285750">
              <a:buFont typeface="Arial" panose="020B0604020202020204" pitchFamily="34" charset="0"/>
              <a:buChar char="•"/>
            </a:pPr>
            <a:endParaRPr lang="en-US" altLang="zh-CN" sz="1800" dirty="0"/>
          </a:p>
          <a:p>
            <a:r>
              <a:rPr lang="en-US" altLang="zh-CN" sz="1800" b="1" dirty="0"/>
              <a:t>DevOps / Tools</a:t>
            </a:r>
          </a:p>
          <a:p>
            <a:pPr marL="285750" indent="-285750">
              <a:buFont typeface="Arial" panose="020B0604020202020204" pitchFamily="34" charset="0"/>
              <a:buChar char="•"/>
            </a:pPr>
            <a:r>
              <a:rPr lang="en-US" altLang="zh-CN" sz="1800" dirty="0"/>
              <a:t>GitHub (version control), Docker (containerization), Google Colab (model training) , </a:t>
            </a:r>
            <a:r>
              <a:rPr lang="en-IN" sz="1800" dirty="0"/>
              <a:t>Android Studio (IDE)</a:t>
            </a:r>
            <a:endParaRPr lang="en-US" altLang="zh-CN"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EB108D-5A48-5974-A863-AE6DD07FEAA8}"/>
              </a:ext>
            </a:extLst>
          </p:cNvPr>
          <p:cNvSpPr txBox="1"/>
          <p:nvPr/>
        </p:nvSpPr>
        <p:spPr>
          <a:xfrm>
            <a:off x="416311" y="61702"/>
            <a:ext cx="5884127" cy="646331"/>
          </a:xfrm>
          <a:prstGeom prst="rect">
            <a:avLst/>
          </a:prstGeom>
          <a:noFill/>
        </p:spPr>
        <p:txBody>
          <a:bodyPr wrap="square">
            <a:spAutoFit/>
          </a:bodyPr>
          <a:lstStyle/>
          <a:p>
            <a:r>
              <a:rPr lang="en-IN" sz="3600" b="1" u="sng" dirty="0">
                <a:latin typeface="Playfair Display" panose="00000500000000000000" pitchFamily="2" charset="0"/>
              </a:rPr>
              <a:t>Timeline &amp; Milestones</a:t>
            </a:r>
          </a:p>
        </p:txBody>
      </p:sp>
      <p:sp>
        <p:nvSpPr>
          <p:cNvPr id="5" name="TextBox 4">
            <a:extLst>
              <a:ext uri="{FF2B5EF4-FFF2-40B4-BE49-F238E27FC236}">
                <a16:creationId xmlns:a16="http://schemas.microsoft.com/office/drawing/2014/main" id="{A621B1E0-1229-AFB4-BFC0-5E714401CFF9}"/>
              </a:ext>
            </a:extLst>
          </p:cNvPr>
          <p:cNvSpPr txBox="1"/>
          <p:nvPr/>
        </p:nvSpPr>
        <p:spPr>
          <a:xfrm>
            <a:off x="416311" y="708033"/>
            <a:ext cx="7389542" cy="4585871"/>
          </a:xfrm>
          <a:prstGeom prst="rect">
            <a:avLst/>
          </a:prstGeom>
          <a:noFill/>
        </p:spPr>
        <p:txBody>
          <a:bodyPr wrap="square" rtlCol="0">
            <a:spAutoFit/>
          </a:bodyPr>
          <a:lstStyle/>
          <a:p>
            <a:r>
              <a:rPr lang="en-IN" sz="2000" b="1" u="sng" dirty="0"/>
              <a:t>Semester 3 – Project Initiation</a:t>
            </a:r>
          </a:p>
          <a:p>
            <a:endParaRPr lang="en-IN" sz="2000" b="1" u="sng" dirty="0"/>
          </a:p>
          <a:p>
            <a:r>
              <a:rPr lang="en-IN" sz="1800" b="1" dirty="0"/>
              <a:t>Tasks</a:t>
            </a:r>
          </a:p>
          <a:p>
            <a:endParaRPr lang="en-IN" sz="1800" b="1" dirty="0"/>
          </a:p>
          <a:p>
            <a:pPr marL="285750" indent="-285750">
              <a:buFont typeface="Arial" panose="020B0604020202020204" pitchFamily="34" charset="0"/>
              <a:buChar char="•"/>
            </a:pPr>
            <a:r>
              <a:rPr lang="en-IN" sz="1800" dirty="0"/>
              <a:t>Team formation &amp; mentor assignment</a:t>
            </a:r>
          </a:p>
          <a:p>
            <a:pPr marL="285750" indent="-285750">
              <a:buFont typeface="Arial" panose="020B0604020202020204" pitchFamily="34" charset="0"/>
              <a:buChar char="•"/>
            </a:pPr>
            <a:r>
              <a:rPr lang="en-IN" sz="1800" dirty="0"/>
              <a:t>Literature review &amp; refined problem definition</a:t>
            </a:r>
          </a:p>
          <a:p>
            <a:pPr marL="285750" indent="-285750">
              <a:buFont typeface="Arial" panose="020B0604020202020204" pitchFamily="34" charset="0"/>
              <a:buChar char="•"/>
            </a:pPr>
            <a:r>
              <a:rPr lang="en-IN" sz="1800" dirty="0"/>
              <a:t>Dataset identification &amp; initial collection (historical yield, weather, soil, market)</a:t>
            </a:r>
          </a:p>
          <a:p>
            <a:pPr marL="285750" indent="-285750">
              <a:buFont typeface="Arial" panose="020B0604020202020204" pitchFamily="34" charset="0"/>
              <a:buChar char="•"/>
            </a:pPr>
            <a:r>
              <a:rPr lang="en-IN" sz="1800" dirty="0"/>
              <a:t>Baseline ML model (persistence/simple regression / RandomForest)</a:t>
            </a:r>
          </a:p>
          <a:p>
            <a:pPr marL="285750" indent="-285750">
              <a:buFont typeface="Arial" panose="020B0604020202020204" pitchFamily="34" charset="0"/>
              <a:buChar char="•"/>
            </a:pPr>
            <a:r>
              <a:rPr lang="en-IN" sz="1800" dirty="0"/>
              <a:t>Project proposal submission</a:t>
            </a:r>
          </a:p>
          <a:p>
            <a:pPr marL="285750" indent="-285750">
              <a:buFont typeface="Arial" panose="020B0604020202020204" pitchFamily="34" charset="0"/>
              <a:buChar char="•"/>
            </a:pPr>
            <a:endParaRPr lang="en-IN" sz="1800" dirty="0"/>
          </a:p>
          <a:p>
            <a:r>
              <a:rPr lang="en-IN" sz="1800" b="1" dirty="0"/>
              <a:t>Deliverables</a:t>
            </a:r>
          </a:p>
          <a:p>
            <a:endParaRPr lang="en-IN" sz="1800" dirty="0"/>
          </a:p>
          <a:p>
            <a:pPr marL="285750" indent="-285750">
              <a:buFont typeface="Arial" panose="020B0604020202020204" pitchFamily="34" charset="0"/>
              <a:buChar char="•"/>
            </a:pPr>
            <a:r>
              <a:rPr lang="en-IN" sz="1800" dirty="0"/>
              <a:t>Proposal document + Gantt, dataset list with sample API pulls, baseline notebook (code + baseline metrics)</a:t>
            </a:r>
          </a:p>
          <a:p>
            <a:endParaRPr lang="en-IN" sz="1800" dirty="0"/>
          </a:p>
        </p:txBody>
      </p:sp>
    </p:spTree>
    <p:extLst>
      <p:ext uri="{BB962C8B-B14F-4D97-AF65-F5344CB8AC3E}">
        <p14:creationId xmlns:p14="http://schemas.microsoft.com/office/powerpoint/2010/main" val="1769269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78290B9-07A5-8A5E-A958-4463B70C748E}"/>
              </a:ext>
            </a:extLst>
          </p:cNvPr>
          <p:cNvSpPr txBox="1"/>
          <p:nvPr/>
        </p:nvSpPr>
        <p:spPr>
          <a:xfrm>
            <a:off x="394011" y="81775"/>
            <a:ext cx="7761248" cy="5416868"/>
          </a:xfrm>
          <a:prstGeom prst="rect">
            <a:avLst/>
          </a:prstGeom>
          <a:noFill/>
        </p:spPr>
        <p:txBody>
          <a:bodyPr wrap="square" rtlCol="0">
            <a:spAutoFit/>
          </a:bodyPr>
          <a:lstStyle/>
          <a:p>
            <a:r>
              <a:rPr lang="en-IN" sz="2000" b="1" u="sng" dirty="0"/>
              <a:t>Semester 4 — Prototype Development</a:t>
            </a:r>
          </a:p>
          <a:p>
            <a:endParaRPr lang="en-IN" sz="2000" b="1" u="sng" dirty="0"/>
          </a:p>
          <a:p>
            <a:r>
              <a:rPr lang="en-IN" sz="1800" b="1" dirty="0"/>
              <a:t>Tasks</a:t>
            </a:r>
          </a:p>
          <a:p>
            <a:endParaRPr lang="en-IN" sz="1800" dirty="0"/>
          </a:p>
          <a:p>
            <a:pPr marL="285750" indent="-285750">
              <a:buFont typeface="Arial" panose="020B0604020202020204" pitchFamily="34" charset="0"/>
              <a:buChar char="•"/>
            </a:pPr>
            <a:r>
              <a:rPr lang="en-IN" sz="1800" dirty="0"/>
              <a:t>Data preprocessing &amp; feature engineering (time-aggregates, seasonal features)</a:t>
            </a:r>
          </a:p>
          <a:p>
            <a:pPr marL="285750" indent="-285750">
              <a:buFont typeface="Arial" panose="020B0604020202020204" pitchFamily="34" charset="0"/>
              <a:buChar char="•"/>
            </a:pPr>
            <a:r>
              <a:rPr lang="en-IN" sz="1800" dirty="0"/>
              <a:t>Train &amp; evaluate advanced ML models (RandomForest → XGBoost; time-aware CV)</a:t>
            </a:r>
          </a:p>
          <a:p>
            <a:pPr marL="285750" indent="-285750">
              <a:buFont typeface="Arial" panose="020B0604020202020204" pitchFamily="34" charset="0"/>
              <a:buChar char="•"/>
            </a:pPr>
            <a:r>
              <a:rPr lang="en-IN" sz="1800" dirty="0"/>
              <a:t>Backend API for predictions (JavaScript, Python) + containerization (Docker)</a:t>
            </a:r>
          </a:p>
          <a:p>
            <a:pPr marL="285750" indent="-285750">
              <a:buFont typeface="Arial" panose="020B0604020202020204" pitchFamily="34" charset="0"/>
              <a:buChar char="•"/>
            </a:pPr>
            <a:r>
              <a:rPr lang="en-IN" sz="1800" dirty="0"/>
              <a:t>Web prototype (basic input → prediction + offline caching)</a:t>
            </a:r>
          </a:p>
          <a:p>
            <a:pPr marL="285750" indent="-285750">
              <a:buFont typeface="Arial" panose="020B0604020202020204" pitchFamily="34" charset="0"/>
              <a:buChar char="•"/>
            </a:pPr>
            <a:r>
              <a:rPr lang="en-IN" sz="1800" dirty="0"/>
              <a:t>Proof-of-Concept demo &amp; validation on held-out years / sample pilot farms</a:t>
            </a:r>
          </a:p>
          <a:p>
            <a:endParaRPr lang="en-IN" sz="1800" dirty="0"/>
          </a:p>
          <a:p>
            <a:r>
              <a:rPr lang="en-IN" sz="1800" b="1" dirty="0"/>
              <a:t>Deliverables</a:t>
            </a:r>
          </a:p>
          <a:p>
            <a:endParaRPr lang="en-IN" sz="1800" dirty="0"/>
          </a:p>
          <a:p>
            <a:pPr marL="285750" indent="-285750">
              <a:buFont typeface="Arial" panose="020B0604020202020204" pitchFamily="34" charset="0"/>
              <a:buChar char="•"/>
            </a:pPr>
            <a:r>
              <a:rPr lang="en-IN" sz="1800" dirty="0"/>
              <a:t>Working prototype (API + web), model evaluation report (RMSE/MAE/R²/MAPE), demo video, code repo</a:t>
            </a:r>
          </a:p>
          <a:p>
            <a:endParaRPr lang="en-IN" sz="1800" dirty="0"/>
          </a:p>
        </p:txBody>
      </p:sp>
    </p:spTree>
    <p:extLst>
      <p:ext uri="{BB962C8B-B14F-4D97-AF65-F5344CB8AC3E}">
        <p14:creationId xmlns:p14="http://schemas.microsoft.com/office/powerpoint/2010/main" val="1317171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DCE20A8-917C-A9A6-441B-48EDE1ADD654}"/>
              </a:ext>
            </a:extLst>
          </p:cNvPr>
          <p:cNvSpPr txBox="1"/>
          <p:nvPr/>
        </p:nvSpPr>
        <p:spPr>
          <a:xfrm>
            <a:off x="579863" y="311408"/>
            <a:ext cx="7352371" cy="4832092"/>
          </a:xfrm>
          <a:prstGeom prst="rect">
            <a:avLst/>
          </a:prstGeom>
          <a:noFill/>
        </p:spPr>
        <p:txBody>
          <a:bodyPr wrap="square" rtlCol="0">
            <a:spAutoFit/>
          </a:bodyPr>
          <a:lstStyle/>
          <a:p>
            <a:r>
              <a:rPr lang="en-IN" sz="2000" b="1" u="sng" dirty="0"/>
              <a:t>Semester 5 — Patent &amp; Paper</a:t>
            </a:r>
          </a:p>
          <a:p>
            <a:endParaRPr lang="en-IN" sz="1800" b="1" dirty="0"/>
          </a:p>
          <a:p>
            <a:r>
              <a:rPr lang="en-IN" sz="1800" b="1" dirty="0"/>
              <a:t>Tasks</a:t>
            </a:r>
          </a:p>
          <a:p>
            <a:endParaRPr lang="en-IN" sz="1800" dirty="0"/>
          </a:p>
          <a:p>
            <a:pPr marL="285750" indent="-285750">
              <a:buFont typeface="Arial" panose="020B0604020202020204" pitchFamily="34" charset="0"/>
              <a:buChar char="•"/>
            </a:pPr>
            <a:r>
              <a:rPr lang="en-IN" sz="1800" dirty="0"/>
              <a:t>Refine model (explainability with SHAP, ablation studies) and add market-price integration (Agmarknet)</a:t>
            </a:r>
          </a:p>
          <a:p>
            <a:pPr marL="285750" indent="-285750">
              <a:buFont typeface="Arial" panose="020B0604020202020204" pitchFamily="34" charset="0"/>
              <a:buChar char="•"/>
            </a:pPr>
            <a:r>
              <a:rPr lang="en-IN" sz="1800" dirty="0"/>
              <a:t>Conduct prior-art / patent search and prepare patent draft (focus on system integration &amp; offline advisory)</a:t>
            </a:r>
          </a:p>
          <a:p>
            <a:pPr marL="285750" indent="-285750">
              <a:buFont typeface="Arial" panose="020B0604020202020204" pitchFamily="34" charset="0"/>
              <a:buChar char="•"/>
            </a:pPr>
            <a:r>
              <a:rPr lang="en-IN" sz="1800" dirty="0"/>
              <a:t>Write &amp; submit research paper (conference/journal) with reproducible pipeline</a:t>
            </a:r>
          </a:p>
          <a:p>
            <a:pPr marL="285750" indent="-285750">
              <a:buFont typeface="Arial" panose="020B0604020202020204" pitchFamily="34" charset="0"/>
              <a:buChar char="•"/>
            </a:pPr>
            <a:r>
              <a:rPr lang="en-IN" sz="1800" dirty="0"/>
              <a:t>Project showcase with demo web</a:t>
            </a:r>
          </a:p>
          <a:p>
            <a:endParaRPr lang="en-IN" sz="1800" dirty="0"/>
          </a:p>
          <a:p>
            <a:r>
              <a:rPr lang="en-IN" sz="1800" b="1" dirty="0"/>
              <a:t>Deliverables</a:t>
            </a:r>
          </a:p>
          <a:p>
            <a:endParaRPr lang="en-IN" sz="1800" dirty="0"/>
          </a:p>
          <a:p>
            <a:pPr marL="285750" indent="-285750">
              <a:buFont typeface="Arial" panose="020B0604020202020204" pitchFamily="34" charset="0"/>
              <a:buChar char="•"/>
            </a:pPr>
            <a:r>
              <a:rPr lang="en-IN" sz="1800" dirty="0"/>
              <a:t>Patent draft &amp; filing plan, paper draft &amp; submission receipt, explainability report, showcase materials</a:t>
            </a:r>
          </a:p>
          <a:p>
            <a:endParaRPr lang="en-IN" sz="1800" dirty="0"/>
          </a:p>
        </p:txBody>
      </p:sp>
    </p:spTree>
    <p:extLst>
      <p:ext uri="{BB962C8B-B14F-4D97-AF65-F5344CB8AC3E}">
        <p14:creationId xmlns:p14="http://schemas.microsoft.com/office/powerpoint/2010/main" val="2535028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20B86B-0B0D-B9E6-ADFB-4133131FEA14}"/>
              </a:ext>
            </a:extLst>
          </p:cNvPr>
          <p:cNvSpPr txBox="1"/>
          <p:nvPr/>
        </p:nvSpPr>
        <p:spPr>
          <a:xfrm>
            <a:off x="594732" y="230458"/>
            <a:ext cx="6973229" cy="5139869"/>
          </a:xfrm>
          <a:prstGeom prst="rect">
            <a:avLst/>
          </a:prstGeom>
          <a:noFill/>
        </p:spPr>
        <p:txBody>
          <a:bodyPr wrap="square" rtlCol="0">
            <a:spAutoFit/>
          </a:bodyPr>
          <a:lstStyle/>
          <a:p>
            <a:r>
              <a:rPr lang="en-IN" sz="2000" b="1" u="sng" dirty="0"/>
              <a:t>Semester 6 — Finalization &amp; Dissemination</a:t>
            </a:r>
          </a:p>
          <a:p>
            <a:endParaRPr lang="en-IN" sz="2000" b="1" u="sng" dirty="0"/>
          </a:p>
          <a:p>
            <a:r>
              <a:rPr lang="en-IN" sz="1800" b="1" dirty="0"/>
              <a:t>Tasks</a:t>
            </a:r>
          </a:p>
          <a:p>
            <a:endParaRPr lang="en-IN" sz="1800" dirty="0"/>
          </a:p>
          <a:p>
            <a:pPr marL="285750" indent="-285750">
              <a:buFont typeface="Arial" panose="020B0604020202020204" pitchFamily="34" charset="0"/>
              <a:buChar char="•"/>
            </a:pPr>
            <a:r>
              <a:rPr lang="en-IN" sz="1800" dirty="0"/>
              <a:t>Optimize model &amp; app (multilingual UI, TF-Lite / offline inference, performance tuning)</a:t>
            </a:r>
          </a:p>
          <a:p>
            <a:pPr marL="285750" indent="-285750">
              <a:buFont typeface="Arial" panose="020B0604020202020204" pitchFamily="34" charset="0"/>
              <a:buChar char="•"/>
            </a:pPr>
            <a:r>
              <a:rPr lang="en-IN" sz="1800" dirty="0"/>
              <a:t>Pilot testing with a small group of farms/users (collect ground-truth yields, feedback)</a:t>
            </a:r>
          </a:p>
          <a:p>
            <a:pPr marL="285750" indent="-285750">
              <a:buFont typeface="Arial" panose="020B0604020202020204" pitchFamily="34" charset="0"/>
              <a:buChar char="•"/>
            </a:pPr>
            <a:r>
              <a:rPr lang="en-IN" sz="1800" dirty="0"/>
              <a:t>Revise patent &amp; manuscript based on feedback; finalize documentation</a:t>
            </a:r>
          </a:p>
          <a:p>
            <a:pPr marL="285750" indent="-285750">
              <a:buFont typeface="Arial" panose="020B0604020202020204" pitchFamily="34" charset="0"/>
              <a:buChar char="•"/>
            </a:pPr>
            <a:r>
              <a:rPr lang="en-IN" sz="1800" dirty="0"/>
              <a:t>Final report, poster, video demo, showcase at expo</a:t>
            </a:r>
          </a:p>
          <a:p>
            <a:endParaRPr lang="en-IN" sz="1800" dirty="0"/>
          </a:p>
          <a:p>
            <a:r>
              <a:rPr lang="en-IN" sz="1800" b="1" dirty="0"/>
              <a:t>Deliverables</a:t>
            </a:r>
          </a:p>
          <a:p>
            <a:endParaRPr lang="en-IN" sz="1800" dirty="0"/>
          </a:p>
          <a:p>
            <a:pPr marL="285750" indent="-285750">
              <a:buFont typeface="Arial" panose="020B0604020202020204" pitchFamily="34" charset="0"/>
              <a:buChar char="•"/>
            </a:pPr>
            <a:r>
              <a:rPr lang="en-IN" sz="1800" dirty="0"/>
              <a:t>Pilot evaluation report (including statistical comparison), final app build, patent prosecution documents, final report &amp; presentation</a:t>
            </a:r>
          </a:p>
          <a:p>
            <a:endParaRPr lang="en-IN" sz="1800" dirty="0"/>
          </a:p>
        </p:txBody>
      </p:sp>
    </p:spTree>
    <p:extLst>
      <p:ext uri="{BB962C8B-B14F-4D97-AF65-F5344CB8AC3E}">
        <p14:creationId xmlns:p14="http://schemas.microsoft.com/office/powerpoint/2010/main" val="3080859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DAC51-1703-FBDF-769F-CF56D9F4BC1A}"/>
              </a:ext>
            </a:extLst>
          </p:cNvPr>
          <p:cNvSpPr txBox="1"/>
          <p:nvPr/>
        </p:nvSpPr>
        <p:spPr>
          <a:xfrm>
            <a:off x="349404" y="-111512"/>
            <a:ext cx="7560527" cy="646331"/>
          </a:xfrm>
          <a:prstGeom prst="rect">
            <a:avLst/>
          </a:prstGeom>
          <a:noFill/>
        </p:spPr>
        <p:txBody>
          <a:bodyPr wrap="square" rtlCol="0">
            <a:spAutoFit/>
          </a:bodyPr>
          <a:lstStyle/>
          <a:p>
            <a:r>
              <a:rPr lang="en-IN" sz="3600" b="1" u="sng" dirty="0">
                <a:latin typeface="Playfair Display" panose="00000500000000000000" pitchFamily="2" charset="0"/>
              </a:rPr>
              <a:t>Expected Outcomes &amp; Evaluation</a:t>
            </a:r>
          </a:p>
        </p:txBody>
      </p:sp>
      <p:sp>
        <p:nvSpPr>
          <p:cNvPr id="4" name="TextBox 3">
            <a:extLst>
              <a:ext uri="{FF2B5EF4-FFF2-40B4-BE49-F238E27FC236}">
                <a16:creationId xmlns:a16="http://schemas.microsoft.com/office/drawing/2014/main" id="{580FC397-64B7-41F8-B841-58D3C1189835}"/>
              </a:ext>
            </a:extLst>
          </p:cNvPr>
          <p:cNvSpPr txBox="1"/>
          <p:nvPr/>
        </p:nvSpPr>
        <p:spPr>
          <a:xfrm>
            <a:off x="349404" y="534819"/>
            <a:ext cx="7107044" cy="4616648"/>
          </a:xfrm>
          <a:prstGeom prst="rect">
            <a:avLst/>
          </a:prstGeom>
          <a:noFill/>
        </p:spPr>
        <p:txBody>
          <a:bodyPr wrap="square">
            <a:spAutoFit/>
          </a:bodyPr>
          <a:lstStyle/>
          <a:p>
            <a:pPr>
              <a:buNone/>
            </a:pPr>
            <a:r>
              <a:rPr lang="en-IN" sz="1800" b="1" u="sng" dirty="0"/>
              <a:t>Expected Outcomes</a:t>
            </a:r>
          </a:p>
          <a:p>
            <a:pPr>
              <a:buNone/>
            </a:pPr>
            <a:endParaRPr lang="en-IN" sz="1800" b="1" u="sng" dirty="0"/>
          </a:p>
          <a:p>
            <a:pPr>
              <a:buFont typeface="Arial" panose="020B0604020202020204" pitchFamily="34" charset="0"/>
              <a:buChar char="•"/>
            </a:pPr>
            <a:r>
              <a:rPr lang="en-IN" sz="1500" b="1" dirty="0"/>
              <a:t>Working prototype</a:t>
            </a:r>
            <a:r>
              <a:rPr lang="en-IN" sz="1500" dirty="0"/>
              <a:t> (mobile app) for crop yield prediction &amp; advisory</a:t>
            </a:r>
          </a:p>
          <a:p>
            <a:pPr>
              <a:buFont typeface="Arial" panose="020B0604020202020204" pitchFamily="34" charset="0"/>
              <a:buChar char="•"/>
            </a:pPr>
            <a:r>
              <a:rPr lang="en-IN" sz="1500" dirty="0"/>
              <a:t> </a:t>
            </a:r>
            <a:r>
              <a:rPr lang="en-IN" sz="1500" b="1" dirty="0"/>
              <a:t>Multilingual farmer-friendly interface</a:t>
            </a:r>
            <a:r>
              <a:rPr lang="en-IN" sz="1500" dirty="0"/>
              <a:t> with offline support </a:t>
            </a:r>
            <a:r>
              <a:rPr lang="en-IN" sz="1600" dirty="0"/>
              <a:t>🌾</a:t>
            </a:r>
            <a:endParaRPr lang="en-IN" sz="1500" dirty="0"/>
          </a:p>
          <a:p>
            <a:pPr>
              <a:buFont typeface="Arial" panose="020B0604020202020204" pitchFamily="34" charset="0"/>
              <a:buChar char="•"/>
            </a:pPr>
            <a:r>
              <a:rPr lang="en-IN" sz="1500" dirty="0"/>
              <a:t> </a:t>
            </a:r>
            <a:r>
              <a:rPr lang="en-IN" sz="1500" b="1" dirty="0"/>
              <a:t>Integrated data pipeline</a:t>
            </a:r>
            <a:r>
              <a:rPr lang="en-IN" sz="1500" dirty="0"/>
              <a:t> (yield, weather, soil, market APIs)</a:t>
            </a:r>
          </a:p>
          <a:p>
            <a:pPr>
              <a:buFont typeface="Arial" panose="020B0604020202020204" pitchFamily="34" charset="0"/>
              <a:buChar char="•"/>
            </a:pPr>
            <a:r>
              <a:rPr lang="en-IN" sz="1500" dirty="0"/>
              <a:t> </a:t>
            </a:r>
            <a:r>
              <a:rPr lang="en-IN" sz="1500" b="1" dirty="0"/>
              <a:t>ML models</a:t>
            </a:r>
            <a:r>
              <a:rPr lang="en-IN" sz="1500" dirty="0"/>
              <a:t> with explainability (SHAP/feature importance)</a:t>
            </a:r>
          </a:p>
          <a:p>
            <a:pPr>
              <a:buFont typeface="Arial" panose="020B0604020202020204" pitchFamily="34" charset="0"/>
              <a:buChar char="•"/>
            </a:pPr>
            <a:r>
              <a:rPr lang="en-IN" sz="1500" dirty="0"/>
              <a:t> </a:t>
            </a:r>
            <a:r>
              <a:rPr lang="en-IN" sz="1500" b="1" dirty="0"/>
              <a:t>Patent draft &amp; research paper submission</a:t>
            </a:r>
            <a:r>
              <a:rPr lang="en-IN" sz="1500" dirty="0"/>
              <a:t> (semester 5) </a:t>
            </a:r>
            <a:r>
              <a:rPr lang="en-IN" sz="1600" dirty="0"/>
              <a:t>📝</a:t>
            </a:r>
            <a:endParaRPr lang="en-IN" sz="1500" dirty="0"/>
          </a:p>
          <a:p>
            <a:pPr>
              <a:buFont typeface="Arial" panose="020B0604020202020204" pitchFamily="34" charset="0"/>
              <a:buChar char="•"/>
            </a:pPr>
            <a:r>
              <a:rPr lang="en-IN" sz="1500" dirty="0"/>
              <a:t> </a:t>
            </a:r>
            <a:r>
              <a:rPr lang="en-IN" sz="1500" b="1" dirty="0"/>
              <a:t>Pilot testing &amp; feedback</a:t>
            </a:r>
            <a:r>
              <a:rPr lang="en-IN" sz="1500" dirty="0"/>
              <a:t> from smallholder farmers (semester 6)</a:t>
            </a:r>
          </a:p>
          <a:p>
            <a:pPr>
              <a:buNone/>
            </a:pPr>
            <a:endParaRPr lang="en-IN" sz="1500" dirty="0"/>
          </a:p>
          <a:p>
            <a:pPr>
              <a:buNone/>
            </a:pPr>
            <a:r>
              <a:rPr lang="en-IN" sz="1800" b="1" u="sng" dirty="0"/>
              <a:t>Evaluation </a:t>
            </a:r>
            <a:r>
              <a:rPr lang="en-IN" sz="1800" dirty="0"/>
              <a:t>📊</a:t>
            </a:r>
            <a:endParaRPr lang="en-IN" sz="1800" b="1" u="sng" dirty="0"/>
          </a:p>
          <a:p>
            <a:pPr>
              <a:buNone/>
            </a:pPr>
            <a:endParaRPr lang="en-IN" sz="1500" b="1" dirty="0"/>
          </a:p>
          <a:p>
            <a:pPr>
              <a:buFont typeface="Arial" panose="020B0604020202020204" pitchFamily="34" charset="0"/>
              <a:buChar char="•"/>
            </a:pPr>
            <a:r>
              <a:rPr lang="en-IN" sz="1500" b="1" dirty="0"/>
              <a:t>Model Accuracy:</a:t>
            </a:r>
            <a:r>
              <a:rPr lang="en-IN" sz="1500" dirty="0"/>
              <a:t> RMSE, MAE, R², MAPE compared against baseline (persistence / last year yield)</a:t>
            </a:r>
          </a:p>
          <a:p>
            <a:pPr>
              <a:buFont typeface="Arial" panose="020B0604020202020204" pitchFamily="34" charset="0"/>
              <a:buChar char="•"/>
            </a:pPr>
            <a:r>
              <a:rPr lang="en-IN" sz="1500" b="1" dirty="0"/>
              <a:t>System Usability:</a:t>
            </a:r>
            <a:r>
              <a:rPr lang="en-IN" sz="1500" dirty="0"/>
              <a:t> Web tested for offline access, local language support, ease of use</a:t>
            </a:r>
          </a:p>
          <a:p>
            <a:pPr>
              <a:buFont typeface="Arial" panose="020B0604020202020204" pitchFamily="34" charset="0"/>
              <a:buChar char="•"/>
            </a:pPr>
            <a:r>
              <a:rPr lang="en-IN" sz="1500" b="1" dirty="0"/>
              <a:t>Practical Impact:</a:t>
            </a:r>
            <a:r>
              <a:rPr lang="en-IN" sz="1500" dirty="0"/>
              <a:t> Compare pilot farm results with control plots (target ~10% yield improvement, to be validated)</a:t>
            </a:r>
          </a:p>
          <a:p>
            <a:pPr>
              <a:buFont typeface="Arial" panose="020B0604020202020204" pitchFamily="34" charset="0"/>
              <a:buChar char="•"/>
            </a:pPr>
            <a:r>
              <a:rPr lang="en-IN" sz="1500" b="1" dirty="0"/>
              <a:t>Novelty &amp; Contribution:</a:t>
            </a:r>
            <a:r>
              <a:rPr lang="en-IN" sz="1500" dirty="0"/>
              <a:t> Patent filing + publication acceptance</a:t>
            </a:r>
          </a:p>
          <a:p>
            <a:pPr>
              <a:buFont typeface="Arial" panose="020B0604020202020204" pitchFamily="34" charset="0"/>
              <a:buChar char="•"/>
            </a:pPr>
            <a:r>
              <a:rPr lang="en-IN" sz="1500" b="1" dirty="0"/>
              <a:t>Dissemination:</a:t>
            </a:r>
            <a:r>
              <a:rPr lang="en-IN" sz="1500" dirty="0"/>
              <a:t> Demo, project expo, and stakeholder feedback</a:t>
            </a:r>
          </a:p>
        </p:txBody>
      </p:sp>
    </p:spTree>
    <p:extLst>
      <p:ext uri="{BB962C8B-B14F-4D97-AF65-F5344CB8AC3E}">
        <p14:creationId xmlns:p14="http://schemas.microsoft.com/office/powerpoint/2010/main" val="1513590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D958EEB-5CD2-9B17-F995-3C937CF71C13}"/>
              </a:ext>
            </a:extLst>
          </p:cNvPr>
          <p:cNvSpPr txBox="1"/>
          <p:nvPr/>
        </p:nvSpPr>
        <p:spPr>
          <a:xfrm>
            <a:off x="498085" y="81776"/>
            <a:ext cx="6958361" cy="646331"/>
          </a:xfrm>
          <a:prstGeom prst="rect">
            <a:avLst/>
          </a:prstGeom>
          <a:noFill/>
        </p:spPr>
        <p:txBody>
          <a:bodyPr wrap="square" rtlCol="0">
            <a:spAutoFit/>
          </a:bodyPr>
          <a:lstStyle/>
          <a:p>
            <a:r>
              <a:rPr lang="en-IN" sz="3600" b="1" u="sng" dirty="0">
                <a:latin typeface="Playfair Display" panose="00000500000000000000" pitchFamily="2" charset="0"/>
              </a:rPr>
              <a:t>Team Roles &amp; Resource Needs</a:t>
            </a:r>
          </a:p>
        </p:txBody>
      </p:sp>
      <p:sp>
        <p:nvSpPr>
          <p:cNvPr id="4" name="TextBox 3">
            <a:extLst>
              <a:ext uri="{FF2B5EF4-FFF2-40B4-BE49-F238E27FC236}">
                <a16:creationId xmlns:a16="http://schemas.microsoft.com/office/drawing/2014/main" id="{12871B3E-5478-FB1C-44FF-F5160B3B6225}"/>
              </a:ext>
            </a:extLst>
          </p:cNvPr>
          <p:cNvSpPr txBox="1"/>
          <p:nvPr/>
        </p:nvSpPr>
        <p:spPr>
          <a:xfrm>
            <a:off x="498085" y="817756"/>
            <a:ext cx="6898885" cy="4093428"/>
          </a:xfrm>
          <a:prstGeom prst="rect">
            <a:avLst/>
          </a:prstGeom>
          <a:noFill/>
        </p:spPr>
        <p:txBody>
          <a:bodyPr wrap="square">
            <a:spAutoFit/>
          </a:bodyPr>
          <a:lstStyle/>
          <a:p>
            <a:pPr>
              <a:buNone/>
            </a:pPr>
            <a:r>
              <a:rPr lang="en-IN" sz="2000" b="1" u="sng" dirty="0"/>
              <a:t>Team Roles</a:t>
            </a:r>
          </a:p>
          <a:p>
            <a:pPr>
              <a:buNone/>
            </a:pPr>
            <a:endParaRPr lang="en-IN" sz="1600" b="1" dirty="0"/>
          </a:p>
          <a:p>
            <a:pPr>
              <a:buNone/>
            </a:pPr>
            <a:r>
              <a:rPr lang="en-IN" sz="1600" dirty="0"/>
              <a:t>👨‍💻 </a:t>
            </a:r>
            <a:r>
              <a:rPr lang="en-IN" sz="1600" b="1" dirty="0"/>
              <a:t>M1 – Data &amp; ML Lead</a:t>
            </a:r>
            <a:endParaRPr lang="en-IN" sz="1600" dirty="0"/>
          </a:p>
          <a:p>
            <a:pPr>
              <a:buFont typeface="Arial" panose="020B0604020202020204" pitchFamily="34" charset="0"/>
              <a:buChar char="•"/>
            </a:pPr>
            <a:r>
              <a:rPr lang="en-IN" sz="1600" dirty="0"/>
              <a:t>Dataset collection &amp; preprocessing</a:t>
            </a:r>
          </a:p>
          <a:p>
            <a:pPr>
              <a:buFont typeface="Arial" panose="020B0604020202020204" pitchFamily="34" charset="0"/>
              <a:buChar char="•"/>
            </a:pPr>
            <a:r>
              <a:rPr lang="en-IN" sz="1600" dirty="0"/>
              <a:t>Train &amp; evaluate ML models (RF, XGBoost)</a:t>
            </a:r>
          </a:p>
          <a:p>
            <a:pPr>
              <a:buFont typeface="Arial" panose="020B0604020202020204" pitchFamily="34" charset="0"/>
              <a:buChar char="•"/>
            </a:pPr>
            <a:r>
              <a:rPr lang="en-IN" sz="1600" dirty="0"/>
              <a:t>Model explainability (SHAP)</a:t>
            </a:r>
          </a:p>
          <a:p>
            <a:pPr>
              <a:buFont typeface="Arial" panose="020B0604020202020204" pitchFamily="34" charset="0"/>
              <a:buChar char="•"/>
            </a:pPr>
            <a:endParaRPr lang="en-IN" sz="1600" dirty="0"/>
          </a:p>
          <a:p>
            <a:pPr>
              <a:buNone/>
            </a:pPr>
            <a:r>
              <a:rPr lang="en-IN" sz="1600" dirty="0"/>
              <a:t>🖥️ </a:t>
            </a:r>
            <a:r>
              <a:rPr lang="en-IN" sz="1600" b="1" dirty="0"/>
              <a:t>M2 – Backend &amp; API Engineer</a:t>
            </a:r>
            <a:endParaRPr lang="en-IN" sz="1600" dirty="0"/>
          </a:p>
          <a:p>
            <a:pPr>
              <a:buFont typeface="Arial" panose="020B0604020202020204" pitchFamily="34" charset="0"/>
              <a:buChar char="•"/>
            </a:pPr>
            <a:r>
              <a:rPr lang="en-IN" sz="1600" dirty="0"/>
              <a:t>Fetch data from APIs (NASA POWER, SoilGrids, Agmarknet)</a:t>
            </a:r>
          </a:p>
          <a:p>
            <a:pPr>
              <a:buFont typeface="Arial" panose="020B0604020202020204" pitchFamily="34" charset="0"/>
              <a:buChar char="•"/>
            </a:pPr>
            <a:r>
              <a:rPr lang="en-IN" sz="1600" dirty="0"/>
              <a:t>Develop prediction backend (Flask/FastAPI)</a:t>
            </a:r>
          </a:p>
          <a:p>
            <a:pPr>
              <a:buFont typeface="Arial" panose="020B0604020202020204" pitchFamily="34" charset="0"/>
              <a:buChar char="•"/>
            </a:pPr>
            <a:r>
              <a:rPr lang="en-IN" sz="1600" dirty="0"/>
              <a:t>Containerization &amp; integration with frontend</a:t>
            </a:r>
          </a:p>
          <a:p>
            <a:pPr>
              <a:buFont typeface="Arial" panose="020B0604020202020204" pitchFamily="34" charset="0"/>
              <a:buChar char="•"/>
            </a:pPr>
            <a:endParaRPr lang="en-IN" sz="1600" dirty="0"/>
          </a:p>
          <a:p>
            <a:pPr>
              <a:buNone/>
            </a:pPr>
            <a:r>
              <a:rPr lang="en-IN" sz="1600" dirty="0"/>
              <a:t>📱 </a:t>
            </a:r>
            <a:r>
              <a:rPr lang="en-IN" sz="1600" b="1" dirty="0"/>
              <a:t>M3 – Frontend &amp; UX Developer</a:t>
            </a:r>
            <a:endParaRPr lang="en-IN" sz="1600" dirty="0"/>
          </a:p>
          <a:p>
            <a:pPr>
              <a:buFont typeface="Arial" panose="020B0604020202020204" pitchFamily="34" charset="0"/>
              <a:buChar char="•"/>
            </a:pPr>
            <a:r>
              <a:rPr lang="en-IN" sz="1600" dirty="0"/>
              <a:t>Mobile app (React Native / Flutter)</a:t>
            </a:r>
          </a:p>
          <a:p>
            <a:pPr>
              <a:buFont typeface="Arial" panose="020B0604020202020204" pitchFamily="34" charset="0"/>
              <a:buChar char="•"/>
            </a:pPr>
            <a:r>
              <a:rPr lang="en-IN" sz="1600" dirty="0"/>
              <a:t>Multilingual UI + offline support</a:t>
            </a:r>
          </a:p>
          <a:p>
            <a:pPr>
              <a:buFont typeface="Arial" panose="020B0604020202020204" pitchFamily="34" charset="0"/>
              <a:buChar char="•"/>
            </a:pPr>
            <a:r>
              <a:rPr lang="en-IN" sz="1600" dirty="0"/>
              <a:t>Farmer-facing use cases &amp; feedback collection</a:t>
            </a:r>
          </a:p>
        </p:txBody>
      </p:sp>
    </p:spTree>
    <p:extLst>
      <p:ext uri="{BB962C8B-B14F-4D97-AF65-F5344CB8AC3E}">
        <p14:creationId xmlns:p14="http://schemas.microsoft.com/office/powerpoint/2010/main" val="4106972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13369A-F15A-4E3B-0790-E31F777BD835}"/>
              </a:ext>
            </a:extLst>
          </p:cNvPr>
          <p:cNvSpPr txBox="1"/>
          <p:nvPr/>
        </p:nvSpPr>
        <p:spPr>
          <a:xfrm>
            <a:off x="509239" y="779903"/>
            <a:ext cx="7274312" cy="2616101"/>
          </a:xfrm>
          <a:prstGeom prst="rect">
            <a:avLst/>
          </a:prstGeom>
          <a:noFill/>
        </p:spPr>
        <p:txBody>
          <a:bodyPr wrap="square">
            <a:spAutoFit/>
          </a:bodyPr>
          <a:lstStyle/>
          <a:p>
            <a:pPr>
              <a:buNone/>
            </a:pPr>
            <a:r>
              <a:rPr lang="en-IN" sz="2000" b="1" u="sng" dirty="0"/>
              <a:t>Resource Needs</a:t>
            </a:r>
          </a:p>
          <a:p>
            <a:pPr>
              <a:buNone/>
            </a:pPr>
            <a:endParaRPr lang="en-IN" sz="1600" b="1" dirty="0"/>
          </a:p>
          <a:p>
            <a:pPr>
              <a:buFont typeface="Arial" panose="020B0604020202020204" pitchFamily="34" charset="0"/>
              <a:buChar char="•"/>
            </a:pPr>
            <a:r>
              <a:rPr lang="en-IN" sz="1600" b="1" dirty="0"/>
              <a:t>Datasets &amp; APIs:</a:t>
            </a:r>
            <a:r>
              <a:rPr lang="en-IN" sz="1600" dirty="0"/>
              <a:t> NASA POWER (weather), SoilGrids/Bhuvan (soil), Agmarknet/data.gov.in (market), govt crop stats</a:t>
            </a:r>
          </a:p>
          <a:p>
            <a:pPr>
              <a:buFont typeface="Arial" panose="020B0604020202020204" pitchFamily="34" charset="0"/>
              <a:buChar char="•"/>
            </a:pPr>
            <a:r>
              <a:rPr lang="en-IN" sz="1600" b="1" dirty="0"/>
              <a:t>Tools &amp; Software:</a:t>
            </a:r>
            <a:r>
              <a:rPr lang="en-IN" sz="1600" dirty="0"/>
              <a:t> Python, scikit-learn, XGBoost, TensorFlow Lite, Flask/FastAPI, React Native/Flutter, GitHub, Docker</a:t>
            </a:r>
          </a:p>
          <a:p>
            <a:pPr>
              <a:buFont typeface="Arial" panose="020B0604020202020204" pitchFamily="34" charset="0"/>
              <a:buChar char="•"/>
            </a:pPr>
            <a:r>
              <a:rPr lang="en-IN" sz="1600" b="1" dirty="0"/>
              <a:t>Hardware/Compute:</a:t>
            </a:r>
            <a:r>
              <a:rPr lang="en-IN" sz="1600" dirty="0"/>
              <a:t> Google Colab / local laptops (GPU optional for small models)</a:t>
            </a:r>
          </a:p>
          <a:p>
            <a:pPr>
              <a:buFont typeface="Arial" panose="020B0604020202020204" pitchFamily="34" charset="0"/>
              <a:buChar char="•"/>
            </a:pPr>
            <a:r>
              <a:rPr lang="en-IN" sz="1600" b="1" dirty="0"/>
              <a:t>Support:</a:t>
            </a:r>
            <a:r>
              <a:rPr lang="en-IN" sz="1600" dirty="0"/>
              <a:t> Faculty mentorship, domain experts (agriculture), possible access to 5–10 pilot farms for testing</a:t>
            </a:r>
          </a:p>
        </p:txBody>
      </p:sp>
    </p:spTree>
    <p:extLst>
      <p:ext uri="{BB962C8B-B14F-4D97-AF65-F5344CB8AC3E}">
        <p14:creationId xmlns:p14="http://schemas.microsoft.com/office/powerpoint/2010/main" val="3292522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420D5F2-EAD3-547F-86A1-16FB6D6DC53B}"/>
              </a:ext>
            </a:extLst>
          </p:cNvPr>
          <p:cNvSpPr txBox="1"/>
          <p:nvPr/>
        </p:nvSpPr>
        <p:spPr>
          <a:xfrm>
            <a:off x="587298" y="0"/>
            <a:ext cx="5635083" cy="646331"/>
          </a:xfrm>
          <a:prstGeom prst="rect">
            <a:avLst/>
          </a:prstGeom>
          <a:noFill/>
        </p:spPr>
        <p:txBody>
          <a:bodyPr wrap="square" rtlCol="0">
            <a:spAutoFit/>
          </a:bodyPr>
          <a:lstStyle/>
          <a:p>
            <a:r>
              <a:rPr lang="en-IN" sz="3600" b="1" u="sng" dirty="0">
                <a:latin typeface="Playfair Display" panose="00000500000000000000" pitchFamily="2" charset="0"/>
              </a:rPr>
              <a:t>References &amp; Next Steps</a:t>
            </a:r>
          </a:p>
        </p:txBody>
      </p:sp>
      <p:sp>
        <p:nvSpPr>
          <p:cNvPr id="6" name="TextBox 5">
            <a:extLst>
              <a:ext uri="{FF2B5EF4-FFF2-40B4-BE49-F238E27FC236}">
                <a16:creationId xmlns:a16="http://schemas.microsoft.com/office/drawing/2014/main" id="{B27F2734-3685-58CE-3FF0-FDAEFA2E0055}"/>
              </a:ext>
            </a:extLst>
          </p:cNvPr>
          <p:cNvSpPr txBox="1"/>
          <p:nvPr/>
        </p:nvSpPr>
        <p:spPr>
          <a:xfrm>
            <a:off x="587298" y="649962"/>
            <a:ext cx="6824546" cy="4493538"/>
          </a:xfrm>
          <a:prstGeom prst="rect">
            <a:avLst/>
          </a:prstGeom>
          <a:noFill/>
        </p:spPr>
        <p:txBody>
          <a:bodyPr wrap="square">
            <a:spAutoFit/>
          </a:bodyPr>
          <a:lstStyle/>
          <a:p>
            <a:pPr>
              <a:buNone/>
            </a:pPr>
            <a:r>
              <a:rPr lang="en-IN" sz="2000" b="1" u="sng" dirty="0"/>
              <a:t>References</a:t>
            </a:r>
          </a:p>
          <a:p>
            <a:pPr>
              <a:buNone/>
            </a:pPr>
            <a:endParaRPr lang="en-IN" sz="2000" b="1" u="sng" dirty="0"/>
          </a:p>
          <a:p>
            <a:pPr marL="285750" indent="-285750">
              <a:buFont typeface="Arial" panose="020B0604020202020204" pitchFamily="34" charset="0"/>
              <a:buChar char="•"/>
            </a:pPr>
            <a:r>
              <a:rPr lang="en-IN" sz="1600" b="1" dirty="0"/>
              <a:t>NASA POWER API</a:t>
            </a:r>
            <a:r>
              <a:rPr lang="en-IN" sz="1600" dirty="0"/>
              <a:t> – Weather data (https://power.larc.nasa.gov)</a:t>
            </a:r>
          </a:p>
          <a:p>
            <a:pPr marL="285750" indent="-285750">
              <a:buFont typeface="Arial" panose="020B0604020202020204" pitchFamily="34" charset="0"/>
              <a:buChar char="•"/>
            </a:pPr>
            <a:r>
              <a:rPr lang="en-IN" sz="1600" b="1" dirty="0"/>
              <a:t>SoilGrids / Bhuvan</a:t>
            </a:r>
            <a:r>
              <a:rPr lang="en-IN" sz="1600" dirty="0"/>
              <a:t> – Soil data (https://soilgrids.org / bhuvan.nrsc.gov.in)</a:t>
            </a:r>
          </a:p>
          <a:p>
            <a:pPr marL="285750" indent="-285750">
              <a:buFont typeface="Arial" panose="020B0604020202020204" pitchFamily="34" charset="0"/>
              <a:buChar char="•"/>
            </a:pPr>
            <a:r>
              <a:rPr lang="en-IN" sz="1600" b="1" dirty="0"/>
              <a:t>Agmarknet / data.gov.in</a:t>
            </a:r>
            <a:r>
              <a:rPr lang="en-IN" sz="1600" dirty="0"/>
              <a:t> – Crop yield &amp; market price datasets</a:t>
            </a:r>
          </a:p>
          <a:p>
            <a:pPr marL="285750" indent="-285750">
              <a:buFont typeface="Arial" panose="020B0604020202020204" pitchFamily="34" charset="0"/>
              <a:buChar char="•"/>
            </a:pPr>
            <a:r>
              <a:rPr lang="en-IN" sz="1600" b="1" dirty="0"/>
              <a:t>Kaggle / FAOSTAT</a:t>
            </a:r>
            <a:r>
              <a:rPr lang="en-IN" sz="1600" dirty="0"/>
              <a:t> – Open agricultural datasets</a:t>
            </a:r>
          </a:p>
          <a:p>
            <a:pPr marL="285750" indent="-285750">
              <a:buFont typeface="Arial" panose="020B0604020202020204" pitchFamily="34" charset="0"/>
              <a:buChar char="•"/>
            </a:pPr>
            <a:r>
              <a:rPr lang="en-IN" sz="1600" dirty="0"/>
              <a:t>Key papers: Crop yield prediction using ML (Google Scholar / PubMed Central)</a:t>
            </a:r>
          </a:p>
          <a:p>
            <a:pPr>
              <a:buFont typeface="Arial" panose="020B0604020202020204" pitchFamily="34" charset="0"/>
              <a:buChar char="•"/>
            </a:pPr>
            <a:endParaRPr lang="en-IN" sz="1600" dirty="0"/>
          </a:p>
          <a:p>
            <a:r>
              <a:rPr lang="en-IN" sz="2000" b="1" u="sng" dirty="0"/>
              <a:t>Next Steps</a:t>
            </a:r>
          </a:p>
          <a:p>
            <a:endParaRPr lang="en-IN" sz="2000" b="1" u="sng" dirty="0"/>
          </a:p>
          <a:p>
            <a:pPr marL="285750" indent="-285750">
              <a:buFont typeface="Arial" panose="020B0604020202020204" pitchFamily="34" charset="0"/>
              <a:buChar char="•"/>
            </a:pPr>
            <a:r>
              <a:rPr lang="en-IN" sz="1600" dirty="0"/>
              <a:t>Complete </a:t>
            </a:r>
            <a:r>
              <a:rPr lang="en-IN" sz="1600" b="1" dirty="0"/>
              <a:t>literature review</a:t>
            </a:r>
            <a:r>
              <a:rPr lang="en-IN" sz="1600" dirty="0"/>
              <a:t> and finalize problem scope</a:t>
            </a:r>
          </a:p>
          <a:p>
            <a:pPr marL="285750" indent="-285750">
              <a:buFont typeface="Arial" panose="020B0604020202020204" pitchFamily="34" charset="0"/>
              <a:buChar char="•"/>
            </a:pPr>
            <a:r>
              <a:rPr lang="en-IN" sz="1600" dirty="0"/>
              <a:t>Fetch </a:t>
            </a:r>
            <a:r>
              <a:rPr lang="en-IN" sz="1600" b="1" dirty="0"/>
              <a:t>sample datasets</a:t>
            </a:r>
            <a:r>
              <a:rPr lang="en-IN" sz="1600" dirty="0"/>
              <a:t> (yield, weather, soil, market) for one region</a:t>
            </a:r>
          </a:p>
          <a:p>
            <a:pPr marL="285750" indent="-285750">
              <a:buFont typeface="Arial" panose="020B0604020202020204" pitchFamily="34" charset="0"/>
              <a:buChar char="•"/>
            </a:pPr>
            <a:r>
              <a:rPr lang="en-IN" sz="1600" dirty="0"/>
              <a:t>Build </a:t>
            </a:r>
            <a:r>
              <a:rPr lang="en-IN" sz="1600" b="1" dirty="0"/>
              <a:t>baseline ML model</a:t>
            </a:r>
            <a:r>
              <a:rPr lang="en-IN" sz="1600" dirty="0"/>
              <a:t> (e.g., regression / RandomForest)</a:t>
            </a:r>
          </a:p>
          <a:p>
            <a:pPr marL="285750" indent="-285750">
              <a:buFont typeface="Arial" panose="020B0604020202020204" pitchFamily="34" charset="0"/>
              <a:buChar char="•"/>
            </a:pPr>
            <a:r>
              <a:rPr lang="en-IN" sz="1600" dirty="0"/>
              <a:t>Draft and submit </a:t>
            </a:r>
            <a:r>
              <a:rPr lang="en-IN" sz="1600" b="1" dirty="0"/>
              <a:t>project proposal</a:t>
            </a:r>
            <a:r>
              <a:rPr lang="en-IN" sz="1600" dirty="0"/>
              <a:t> (Semester 3 deliverable)</a:t>
            </a:r>
          </a:p>
          <a:p>
            <a:pPr>
              <a:buFont typeface="Arial" panose="020B0604020202020204" pitchFamily="34" charset="0"/>
              <a:buChar char="•"/>
            </a:pPr>
            <a:endParaRPr lang="en-IN" dirty="0"/>
          </a:p>
        </p:txBody>
      </p:sp>
    </p:spTree>
    <p:extLst>
      <p:ext uri="{BB962C8B-B14F-4D97-AF65-F5344CB8AC3E}">
        <p14:creationId xmlns:p14="http://schemas.microsoft.com/office/powerpoint/2010/main" val="20906407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icture1"/>
          <p:cNvPicPr>
            <a:picLocks noChangeAspect="1"/>
          </p:cNvPicPr>
          <p:nvPr/>
        </p:nvPicPr>
        <p:blipFill>
          <a:blip r:embed="rId2"/>
          <a:stretch>
            <a:fillRect/>
          </a:stretch>
        </p:blipFill>
        <p:spPr>
          <a:xfrm>
            <a:off x="-635" y="0"/>
            <a:ext cx="9138285" cy="5143500"/>
          </a:xfrm>
          <a:prstGeom prst="rect">
            <a:avLst/>
          </a:prstGeom>
        </p:spPr>
      </p:pic>
      <p:sp>
        <p:nvSpPr>
          <p:cNvPr id="5" name="Text Box 4"/>
          <p:cNvSpPr txBox="1"/>
          <p:nvPr/>
        </p:nvSpPr>
        <p:spPr>
          <a:xfrm>
            <a:off x="4644390" y="1635760"/>
            <a:ext cx="3758565" cy="1198880"/>
          </a:xfrm>
          <a:prstGeom prst="rect">
            <a:avLst/>
          </a:prstGeom>
          <a:noFill/>
        </p:spPr>
        <p:txBody>
          <a:bodyPr wrap="square" rtlCol="0">
            <a:spAutoFit/>
          </a:bodyPr>
          <a:lstStyle/>
          <a:p>
            <a:r>
              <a:rPr lang="en-IN" altLang="en-US" sz="7200" b="1">
                <a:solidFill>
                  <a:schemeClr val="bg1"/>
                </a:solidFill>
              </a:rPr>
              <a:t>Thanks!</a:t>
            </a:r>
          </a:p>
        </p:txBody>
      </p:sp>
    </p:spTree>
  </p:cSld>
  <p:clrMapOvr>
    <a:masterClrMapping/>
  </p:clrMapOvr>
</p:sld>
</file>

<file path=ppt/theme/theme1.xml><?xml version="1.0" encoding="utf-8"?>
<a:theme xmlns:a="http://schemas.openxmlformats.org/drawingml/2006/main" name="Sustainable Agriculture Project Proposal by Slidesgo">
  <a:themeElements>
    <a:clrScheme name="Simple Light">
      <a:dk1>
        <a:srgbClr val="000000"/>
      </a:dk1>
      <a:lt1>
        <a:srgbClr val="FFFFFF"/>
      </a:lt1>
      <a:dk2>
        <a:srgbClr val="666666"/>
      </a:dk2>
      <a:lt2>
        <a:srgbClr val="F4F7DA"/>
      </a:lt2>
      <a:accent1>
        <a:srgbClr val="B4BD6E"/>
      </a:accent1>
      <a:accent2>
        <a:srgbClr val="63753C"/>
      </a:accent2>
      <a:accent3>
        <a:srgbClr val="324A00"/>
      </a:accent3>
      <a:accent4>
        <a:srgbClr val="B45400"/>
      </a:accent4>
      <a:accent5>
        <a:srgbClr val="8C4303"/>
      </a:accent5>
      <a:accent6>
        <a:srgbClr val="EEFF41"/>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TotalTime>
  <Words>1911</Words>
  <Application>Microsoft Office PowerPoint</Application>
  <PresentationFormat>On-screen Show (16:9)</PresentationFormat>
  <Paragraphs>245</Paragraphs>
  <Slides>22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Playfair Display</vt:lpstr>
      <vt:lpstr>Quicksand</vt:lpstr>
      <vt:lpstr>Montserrat</vt:lpstr>
      <vt:lpstr>Playfair Display Medium</vt:lpstr>
      <vt:lpstr>Montserrat Medium</vt:lpstr>
      <vt:lpstr>Sustainable Agriculture Project Proposal by Slidesgo</vt:lpstr>
      <vt:lpstr>AI-based Crop Yield Prediction &amp; Advisory System (AgroLens)</vt:lpstr>
      <vt:lpstr>Abstract</vt:lpstr>
      <vt:lpstr>Problem</vt:lpstr>
      <vt:lpstr>Background &amp; Gap</vt:lpstr>
      <vt:lpstr>PowerPoint Presentation</vt:lpstr>
      <vt:lpstr>Project Objectives &amp; Scope</vt:lpstr>
      <vt:lpstr>PowerPoint Presentation</vt:lpstr>
      <vt:lpstr>Datasets &amp; Inputs</vt:lpstr>
      <vt:lpstr>PowerPoint Presentation</vt:lpstr>
      <vt:lpstr>Methodology</vt:lpstr>
      <vt:lpstr>PowerPoint Presentation</vt:lpstr>
      <vt:lpstr>Prototype &amp; Tech stack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AI-based Crop Yield Prediction &amp; Advisory System</dc:title>
  <dc:creator/>
  <cp:lastModifiedBy>Shubham Kumar</cp:lastModifiedBy>
  <cp:revision>3</cp:revision>
  <dcterms:created xsi:type="dcterms:W3CDTF">2025-09-08T14:10:04Z</dcterms:created>
  <dcterms:modified xsi:type="dcterms:W3CDTF">2025-11-07T09:36:55Z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8FB89AAACE474C409EEA2530E97CB0AE_13</vt:lpwstr>
  </property>
  <property fmtid="{D5CDD505-2E9C-101B-9397-08002B2CF9AE}" pid="3" name="KSOProductBuildVer">
    <vt:lpwstr>1033-12.2.0.22549</vt:lpwstr>
  </property>
</Properties>
</file>